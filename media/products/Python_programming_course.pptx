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9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0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45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300" r:id="rId46"/>
    <p:sldId id="301" r:id="rId47"/>
    <p:sldId id="299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457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8" r:id="rId145"/>
    <p:sldId id="397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40" r:id="rId186"/>
    <p:sldId id="438" r:id="rId187"/>
    <p:sldId id="439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</p:sldIdLst>
  <p:sldSz cx="12192000" cy="6858000"/>
  <p:notesSz cx="6858000" cy="9525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2450" autoAdjust="0"/>
  </p:normalViewPr>
  <p:slideViewPr>
    <p:cSldViewPr snapToGrid="0">
      <p:cViewPr varScale="1">
        <p:scale>
          <a:sx n="51" d="100"/>
          <a:sy n="51" d="100"/>
        </p:scale>
        <p:origin x="113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ata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DC430E-6E53-41DF-8445-744815AEBDD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B0EA49-0111-45CC-8627-FBC97A287A53}">
      <dgm:prSet/>
      <dgm:spPr/>
      <dgm:t>
        <a:bodyPr/>
        <a:lstStyle/>
        <a:p>
          <a:r>
            <a:rPr lang="en-US" b="0" i="0" baseline="0"/>
            <a:t>Python code:</a:t>
          </a:r>
          <a:endParaRPr lang="en-US"/>
        </a:p>
      </dgm:t>
    </dgm:pt>
    <dgm:pt modelId="{5BCA3E9D-DF9D-488F-A5CD-C986C32DEE87}" type="parTrans" cxnId="{E1C00E2F-97B1-4A24-8FD7-08DD2CC8614A}">
      <dgm:prSet/>
      <dgm:spPr/>
      <dgm:t>
        <a:bodyPr/>
        <a:lstStyle/>
        <a:p>
          <a:endParaRPr lang="en-US"/>
        </a:p>
      </dgm:t>
    </dgm:pt>
    <dgm:pt modelId="{0C791C0A-C91B-4BAD-803B-07C20349806C}" type="sibTrans" cxnId="{E1C00E2F-97B1-4A24-8FD7-08DD2CC8614A}">
      <dgm:prSet/>
      <dgm:spPr/>
      <dgm:t>
        <a:bodyPr/>
        <a:lstStyle/>
        <a:p>
          <a:endParaRPr lang="en-US"/>
        </a:p>
      </dgm:t>
    </dgm:pt>
    <dgm:pt modelId="{9DAE6CD5-E3C1-4CB4-8635-A8450927759A}">
      <dgm:prSet/>
      <dgm:spPr/>
      <dgm:t>
        <a:bodyPr/>
        <a:lstStyle/>
        <a:p>
          <a:r>
            <a:rPr lang="en-US" b="0" i="0" baseline="0"/>
            <a:t>print("Hello, world!") </a:t>
          </a:r>
          <a:endParaRPr lang="en-US"/>
        </a:p>
      </dgm:t>
    </dgm:pt>
    <dgm:pt modelId="{56405158-0C74-4C38-83DE-953FB48B04F7}" type="parTrans" cxnId="{D83664C5-8090-4120-BD7A-80815F5CBACE}">
      <dgm:prSet/>
      <dgm:spPr/>
      <dgm:t>
        <a:bodyPr/>
        <a:lstStyle/>
        <a:p>
          <a:endParaRPr lang="en-US"/>
        </a:p>
      </dgm:t>
    </dgm:pt>
    <dgm:pt modelId="{44ECB3D4-DC95-49EC-8A46-7587E6336BD3}" type="sibTrans" cxnId="{D83664C5-8090-4120-BD7A-80815F5CBACE}">
      <dgm:prSet/>
      <dgm:spPr/>
      <dgm:t>
        <a:bodyPr/>
        <a:lstStyle/>
        <a:p>
          <a:endParaRPr lang="en-US"/>
        </a:p>
      </dgm:t>
    </dgm:pt>
    <dgm:pt modelId="{A52F78FA-4AA0-4F54-B07A-E144DCED51F7}">
      <dgm:prSet/>
      <dgm:spPr/>
      <dgm:t>
        <a:bodyPr/>
        <a:lstStyle/>
        <a:p>
          <a:r>
            <a:rPr lang="en-US" b="0" i="0" baseline="0"/>
            <a:t>Output: Hello, world!</a:t>
          </a:r>
          <a:endParaRPr lang="en-US"/>
        </a:p>
      </dgm:t>
    </dgm:pt>
    <dgm:pt modelId="{DC4C6B6B-983C-4561-869E-39B53E41D04D}" type="parTrans" cxnId="{EEBB0E6B-2FBD-4A89-8F48-AFD903A7F31A}">
      <dgm:prSet/>
      <dgm:spPr/>
      <dgm:t>
        <a:bodyPr/>
        <a:lstStyle/>
        <a:p>
          <a:endParaRPr lang="en-US"/>
        </a:p>
      </dgm:t>
    </dgm:pt>
    <dgm:pt modelId="{CD53E103-BCE9-4EE1-B2B6-D9FE1FD6CE2F}" type="sibTrans" cxnId="{EEBB0E6B-2FBD-4A89-8F48-AFD903A7F31A}">
      <dgm:prSet/>
      <dgm:spPr/>
      <dgm:t>
        <a:bodyPr/>
        <a:lstStyle/>
        <a:p>
          <a:endParaRPr lang="en-US"/>
        </a:p>
      </dgm:t>
    </dgm:pt>
    <dgm:pt modelId="{336357EE-0ED8-4DDD-93BE-557648053D9D}" type="pres">
      <dgm:prSet presAssocID="{B8DC430E-6E53-41DF-8445-744815AEBDD0}" presName="root" presStyleCnt="0">
        <dgm:presLayoutVars>
          <dgm:dir/>
          <dgm:resizeHandles val="exact"/>
        </dgm:presLayoutVars>
      </dgm:prSet>
      <dgm:spPr/>
    </dgm:pt>
    <dgm:pt modelId="{F664378F-251D-490F-9379-3847F476081E}" type="pres">
      <dgm:prSet presAssocID="{88B0EA49-0111-45CC-8627-FBC97A287A53}" presName="compNode" presStyleCnt="0"/>
      <dgm:spPr/>
    </dgm:pt>
    <dgm:pt modelId="{D9930B14-B4AA-4FBB-9696-3C362E8023DD}" type="pres">
      <dgm:prSet presAssocID="{88B0EA49-0111-45CC-8627-FBC97A287A53}" presName="bgRect" presStyleLbl="bgShp" presStyleIdx="0" presStyleCnt="3"/>
      <dgm:spPr/>
    </dgm:pt>
    <dgm:pt modelId="{A53D0831-9873-4E8B-8961-95811FE409B1}" type="pres">
      <dgm:prSet presAssocID="{88B0EA49-0111-45CC-8627-FBC97A287A5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353DE28-2467-4646-8043-185FED39A58B}" type="pres">
      <dgm:prSet presAssocID="{88B0EA49-0111-45CC-8627-FBC97A287A53}" presName="spaceRect" presStyleCnt="0"/>
      <dgm:spPr/>
    </dgm:pt>
    <dgm:pt modelId="{DD78A1D1-C360-4E2B-8062-46CED1DD8A3D}" type="pres">
      <dgm:prSet presAssocID="{88B0EA49-0111-45CC-8627-FBC97A287A53}" presName="parTx" presStyleLbl="revTx" presStyleIdx="0" presStyleCnt="3">
        <dgm:presLayoutVars>
          <dgm:chMax val="0"/>
          <dgm:chPref val="0"/>
        </dgm:presLayoutVars>
      </dgm:prSet>
      <dgm:spPr/>
    </dgm:pt>
    <dgm:pt modelId="{DC7E4EC0-6A06-430D-BA21-05FD0D760732}" type="pres">
      <dgm:prSet presAssocID="{0C791C0A-C91B-4BAD-803B-07C20349806C}" presName="sibTrans" presStyleCnt="0"/>
      <dgm:spPr/>
    </dgm:pt>
    <dgm:pt modelId="{C990250B-91A9-4F50-AE0D-D5301DC11867}" type="pres">
      <dgm:prSet presAssocID="{9DAE6CD5-E3C1-4CB4-8635-A8450927759A}" presName="compNode" presStyleCnt="0"/>
      <dgm:spPr/>
    </dgm:pt>
    <dgm:pt modelId="{D49382E3-0044-4109-9F2E-139B81265577}" type="pres">
      <dgm:prSet presAssocID="{9DAE6CD5-E3C1-4CB4-8635-A8450927759A}" presName="bgRect" presStyleLbl="bgShp" presStyleIdx="1" presStyleCnt="3"/>
      <dgm:spPr/>
    </dgm:pt>
    <dgm:pt modelId="{A86BBFDD-E40D-44D3-8238-D62433E02587}" type="pres">
      <dgm:prSet presAssocID="{9DAE6CD5-E3C1-4CB4-8635-A8450927759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43565093-973C-4888-AA08-08D557771466}" type="pres">
      <dgm:prSet presAssocID="{9DAE6CD5-E3C1-4CB4-8635-A8450927759A}" presName="spaceRect" presStyleCnt="0"/>
      <dgm:spPr/>
    </dgm:pt>
    <dgm:pt modelId="{4A29D5DB-38F2-48B5-9B67-EAC6F0902E33}" type="pres">
      <dgm:prSet presAssocID="{9DAE6CD5-E3C1-4CB4-8635-A8450927759A}" presName="parTx" presStyleLbl="revTx" presStyleIdx="1" presStyleCnt="3">
        <dgm:presLayoutVars>
          <dgm:chMax val="0"/>
          <dgm:chPref val="0"/>
        </dgm:presLayoutVars>
      </dgm:prSet>
      <dgm:spPr/>
    </dgm:pt>
    <dgm:pt modelId="{C43C1A64-F809-4690-B7E1-5EA6944934F7}" type="pres">
      <dgm:prSet presAssocID="{44ECB3D4-DC95-49EC-8A46-7587E6336BD3}" presName="sibTrans" presStyleCnt="0"/>
      <dgm:spPr/>
    </dgm:pt>
    <dgm:pt modelId="{1076773D-78BE-43F8-B835-4B00D3C1CD2E}" type="pres">
      <dgm:prSet presAssocID="{A52F78FA-4AA0-4F54-B07A-E144DCED51F7}" presName="compNode" presStyleCnt="0"/>
      <dgm:spPr/>
    </dgm:pt>
    <dgm:pt modelId="{F8C13950-8CF8-47DD-B26B-30A80F2E825C}" type="pres">
      <dgm:prSet presAssocID="{A52F78FA-4AA0-4F54-B07A-E144DCED51F7}" presName="bgRect" presStyleLbl="bgShp" presStyleIdx="2" presStyleCnt="3"/>
      <dgm:spPr/>
    </dgm:pt>
    <dgm:pt modelId="{A8888C34-0759-44E0-90ED-7FEE0757904C}" type="pres">
      <dgm:prSet presAssocID="{A52F78FA-4AA0-4F54-B07A-E144DCED51F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C85A3C98-D52C-47F6-9C58-CCEA48D180D1}" type="pres">
      <dgm:prSet presAssocID="{A52F78FA-4AA0-4F54-B07A-E144DCED51F7}" presName="spaceRect" presStyleCnt="0"/>
      <dgm:spPr/>
    </dgm:pt>
    <dgm:pt modelId="{9DD2EC1D-9392-40D4-B56A-7DD6E10E3993}" type="pres">
      <dgm:prSet presAssocID="{A52F78FA-4AA0-4F54-B07A-E144DCED51F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A2D1F27-E619-471A-BE27-6093A1BFA19B}" type="presOf" srcId="{88B0EA49-0111-45CC-8627-FBC97A287A53}" destId="{DD78A1D1-C360-4E2B-8062-46CED1DD8A3D}" srcOrd="0" destOrd="0" presId="urn:microsoft.com/office/officeart/2018/2/layout/IconVerticalSolidList"/>
    <dgm:cxn modelId="{E1C00E2F-97B1-4A24-8FD7-08DD2CC8614A}" srcId="{B8DC430E-6E53-41DF-8445-744815AEBDD0}" destId="{88B0EA49-0111-45CC-8627-FBC97A287A53}" srcOrd="0" destOrd="0" parTransId="{5BCA3E9D-DF9D-488F-A5CD-C986C32DEE87}" sibTransId="{0C791C0A-C91B-4BAD-803B-07C20349806C}"/>
    <dgm:cxn modelId="{EEBB0E6B-2FBD-4A89-8F48-AFD903A7F31A}" srcId="{B8DC430E-6E53-41DF-8445-744815AEBDD0}" destId="{A52F78FA-4AA0-4F54-B07A-E144DCED51F7}" srcOrd="2" destOrd="0" parTransId="{DC4C6B6B-983C-4561-869E-39B53E41D04D}" sibTransId="{CD53E103-BCE9-4EE1-B2B6-D9FE1FD6CE2F}"/>
    <dgm:cxn modelId="{8DEC92C4-986C-486E-A3B8-37E085C37B57}" type="presOf" srcId="{9DAE6CD5-E3C1-4CB4-8635-A8450927759A}" destId="{4A29D5DB-38F2-48B5-9B67-EAC6F0902E33}" srcOrd="0" destOrd="0" presId="urn:microsoft.com/office/officeart/2018/2/layout/IconVerticalSolidList"/>
    <dgm:cxn modelId="{D83664C5-8090-4120-BD7A-80815F5CBACE}" srcId="{B8DC430E-6E53-41DF-8445-744815AEBDD0}" destId="{9DAE6CD5-E3C1-4CB4-8635-A8450927759A}" srcOrd="1" destOrd="0" parTransId="{56405158-0C74-4C38-83DE-953FB48B04F7}" sibTransId="{44ECB3D4-DC95-49EC-8A46-7587E6336BD3}"/>
    <dgm:cxn modelId="{A14284EC-45E3-43E3-AC23-7E778217AB33}" type="presOf" srcId="{B8DC430E-6E53-41DF-8445-744815AEBDD0}" destId="{336357EE-0ED8-4DDD-93BE-557648053D9D}" srcOrd="0" destOrd="0" presId="urn:microsoft.com/office/officeart/2018/2/layout/IconVerticalSolidList"/>
    <dgm:cxn modelId="{19EF69F4-D141-46D6-9D38-514E0EB5C17C}" type="presOf" srcId="{A52F78FA-4AA0-4F54-B07A-E144DCED51F7}" destId="{9DD2EC1D-9392-40D4-B56A-7DD6E10E3993}" srcOrd="0" destOrd="0" presId="urn:microsoft.com/office/officeart/2018/2/layout/IconVerticalSolidList"/>
    <dgm:cxn modelId="{497C2E16-695A-45B5-870F-96128A93C1F2}" type="presParOf" srcId="{336357EE-0ED8-4DDD-93BE-557648053D9D}" destId="{F664378F-251D-490F-9379-3847F476081E}" srcOrd="0" destOrd="0" presId="urn:microsoft.com/office/officeart/2018/2/layout/IconVerticalSolidList"/>
    <dgm:cxn modelId="{BB782E8D-A64B-4F82-9103-EACE3A8BDC8D}" type="presParOf" srcId="{F664378F-251D-490F-9379-3847F476081E}" destId="{D9930B14-B4AA-4FBB-9696-3C362E8023DD}" srcOrd="0" destOrd="0" presId="urn:microsoft.com/office/officeart/2018/2/layout/IconVerticalSolidList"/>
    <dgm:cxn modelId="{B12EC707-3712-490E-BC4A-8109688DF28C}" type="presParOf" srcId="{F664378F-251D-490F-9379-3847F476081E}" destId="{A53D0831-9873-4E8B-8961-95811FE409B1}" srcOrd="1" destOrd="0" presId="urn:microsoft.com/office/officeart/2018/2/layout/IconVerticalSolidList"/>
    <dgm:cxn modelId="{D4EBF533-424F-47DB-B486-E79FD73C79EC}" type="presParOf" srcId="{F664378F-251D-490F-9379-3847F476081E}" destId="{F353DE28-2467-4646-8043-185FED39A58B}" srcOrd="2" destOrd="0" presId="urn:microsoft.com/office/officeart/2018/2/layout/IconVerticalSolidList"/>
    <dgm:cxn modelId="{21B3D9FB-F822-4AB1-BA3B-BADC9BBB6D97}" type="presParOf" srcId="{F664378F-251D-490F-9379-3847F476081E}" destId="{DD78A1D1-C360-4E2B-8062-46CED1DD8A3D}" srcOrd="3" destOrd="0" presId="urn:microsoft.com/office/officeart/2018/2/layout/IconVerticalSolidList"/>
    <dgm:cxn modelId="{ED5F6D29-37CE-4E8D-B1CC-7665F76499B3}" type="presParOf" srcId="{336357EE-0ED8-4DDD-93BE-557648053D9D}" destId="{DC7E4EC0-6A06-430D-BA21-05FD0D760732}" srcOrd="1" destOrd="0" presId="urn:microsoft.com/office/officeart/2018/2/layout/IconVerticalSolidList"/>
    <dgm:cxn modelId="{43124B5B-8E82-4198-994F-45F57058BC9F}" type="presParOf" srcId="{336357EE-0ED8-4DDD-93BE-557648053D9D}" destId="{C990250B-91A9-4F50-AE0D-D5301DC11867}" srcOrd="2" destOrd="0" presId="urn:microsoft.com/office/officeart/2018/2/layout/IconVerticalSolidList"/>
    <dgm:cxn modelId="{33B41DAB-505A-4CEF-8A2E-8F33BBD12C58}" type="presParOf" srcId="{C990250B-91A9-4F50-AE0D-D5301DC11867}" destId="{D49382E3-0044-4109-9F2E-139B81265577}" srcOrd="0" destOrd="0" presId="urn:microsoft.com/office/officeart/2018/2/layout/IconVerticalSolidList"/>
    <dgm:cxn modelId="{286B6D81-2177-4EF3-8685-EB97F97187C0}" type="presParOf" srcId="{C990250B-91A9-4F50-AE0D-D5301DC11867}" destId="{A86BBFDD-E40D-44D3-8238-D62433E02587}" srcOrd="1" destOrd="0" presId="urn:microsoft.com/office/officeart/2018/2/layout/IconVerticalSolidList"/>
    <dgm:cxn modelId="{35D801A8-CA22-4931-B3BA-0322ED5B7A9A}" type="presParOf" srcId="{C990250B-91A9-4F50-AE0D-D5301DC11867}" destId="{43565093-973C-4888-AA08-08D557771466}" srcOrd="2" destOrd="0" presId="urn:microsoft.com/office/officeart/2018/2/layout/IconVerticalSolidList"/>
    <dgm:cxn modelId="{A995D292-B6A0-4345-90CF-F64A85AC986C}" type="presParOf" srcId="{C990250B-91A9-4F50-AE0D-D5301DC11867}" destId="{4A29D5DB-38F2-48B5-9B67-EAC6F0902E33}" srcOrd="3" destOrd="0" presId="urn:microsoft.com/office/officeart/2018/2/layout/IconVerticalSolidList"/>
    <dgm:cxn modelId="{35AC942F-BFB8-4DB4-9A60-66BA6BEAC532}" type="presParOf" srcId="{336357EE-0ED8-4DDD-93BE-557648053D9D}" destId="{C43C1A64-F809-4690-B7E1-5EA6944934F7}" srcOrd="3" destOrd="0" presId="urn:microsoft.com/office/officeart/2018/2/layout/IconVerticalSolidList"/>
    <dgm:cxn modelId="{40B4DDD7-5266-4704-B47F-032FAD6FC742}" type="presParOf" srcId="{336357EE-0ED8-4DDD-93BE-557648053D9D}" destId="{1076773D-78BE-43F8-B835-4B00D3C1CD2E}" srcOrd="4" destOrd="0" presId="urn:microsoft.com/office/officeart/2018/2/layout/IconVerticalSolidList"/>
    <dgm:cxn modelId="{3793F699-AFC3-4A6A-A6A6-31E5273B6097}" type="presParOf" srcId="{1076773D-78BE-43F8-B835-4B00D3C1CD2E}" destId="{F8C13950-8CF8-47DD-B26B-30A80F2E825C}" srcOrd="0" destOrd="0" presId="urn:microsoft.com/office/officeart/2018/2/layout/IconVerticalSolidList"/>
    <dgm:cxn modelId="{6BAE6E0F-DDD8-4796-99C4-A4D541FAE8B5}" type="presParOf" srcId="{1076773D-78BE-43F8-B835-4B00D3C1CD2E}" destId="{A8888C34-0759-44E0-90ED-7FEE0757904C}" srcOrd="1" destOrd="0" presId="urn:microsoft.com/office/officeart/2018/2/layout/IconVerticalSolidList"/>
    <dgm:cxn modelId="{8BD81F28-4437-4473-9ED0-1305689D9D10}" type="presParOf" srcId="{1076773D-78BE-43F8-B835-4B00D3C1CD2E}" destId="{C85A3C98-D52C-47F6-9C58-CCEA48D180D1}" srcOrd="2" destOrd="0" presId="urn:microsoft.com/office/officeart/2018/2/layout/IconVerticalSolidList"/>
    <dgm:cxn modelId="{2088DB5F-7305-4B22-B538-A35455FF9F15}" type="presParOf" srcId="{1076773D-78BE-43F8-B835-4B00D3C1CD2E}" destId="{9DD2EC1D-9392-40D4-B56A-7DD6E10E39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672F4B-82D3-43F6-AAF0-5689D88ED1F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C7BF59D-9C4A-4B80-9C24-C67047D4CD77}">
      <dgm:prSet/>
      <dgm:spPr/>
      <dgm:t>
        <a:bodyPr/>
        <a:lstStyle/>
        <a:p>
          <a:pPr>
            <a:defRPr b="1"/>
          </a:pPr>
          <a:r>
            <a:rPr lang="en-US" b="0" i="0" baseline="0"/>
            <a:t>Single‑line comment in python:</a:t>
          </a:r>
          <a:endParaRPr lang="en-US"/>
        </a:p>
      </dgm:t>
    </dgm:pt>
    <dgm:pt modelId="{E0A0C21E-8248-4A92-AEB6-6D4F2F5FE1D3}" type="parTrans" cxnId="{E23BA1AA-679B-41C1-BE0E-4832941699AB}">
      <dgm:prSet/>
      <dgm:spPr/>
      <dgm:t>
        <a:bodyPr/>
        <a:lstStyle/>
        <a:p>
          <a:endParaRPr lang="en-US"/>
        </a:p>
      </dgm:t>
    </dgm:pt>
    <dgm:pt modelId="{2A7E273A-1108-49ED-8F0A-16B877A699EC}" type="sibTrans" cxnId="{E23BA1AA-679B-41C1-BE0E-4832941699AB}">
      <dgm:prSet/>
      <dgm:spPr/>
      <dgm:t>
        <a:bodyPr/>
        <a:lstStyle/>
        <a:p>
          <a:endParaRPr lang="en-US"/>
        </a:p>
      </dgm:t>
    </dgm:pt>
    <dgm:pt modelId="{F9DCED0A-6C7C-4E3A-95CD-CF6094DE11D3}">
      <dgm:prSet/>
      <dgm:spPr/>
      <dgm:t>
        <a:bodyPr/>
        <a:lstStyle/>
        <a:p>
          <a:pPr>
            <a:defRPr b="1"/>
          </a:pPr>
          <a:r>
            <a:rPr lang="en-US" b="0" i="0" baseline="0"/>
            <a:t># This is a comment </a:t>
          </a:r>
          <a:endParaRPr lang="en-US"/>
        </a:p>
      </dgm:t>
    </dgm:pt>
    <dgm:pt modelId="{A859C711-397C-4F82-AE90-13122FD05EA1}" type="parTrans" cxnId="{7D2CC436-DD36-4DA9-854C-443382A777CF}">
      <dgm:prSet/>
      <dgm:spPr/>
      <dgm:t>
        <a:bodyPr/>
        <a:lstStyle/>
        <a:p>
          <a:endParaRPr lang="en-US"/>
        </a:p>
      </dgm:t>
    </dgm:pt>
    <dgm:pt modelId="{155FC1EB-3247-4BE2-9B4D-247DC29AC917}" type="sibTrans" cxnId="{7D2CC436-DD36-4DA9-854C-443382A777CF}">
      <dgm:prSet/>
      <dgm:spPr/>
      <dgm:t>
        <a:bodyPr/>
        <a:lstStyle/>
        <a:p>
          <a:endParaRPr lang="en-US"/>
        </a:p>
      </dgm:t>
    </dgm:pt>
    <dgm:pt modelId="{21C53FD1-15E1-4F7C-92F2-A1A855FE2756}">
      <dgm:prSet/>
      <dgm:spPr/>
      <dgm:t>
        <a:bodyPr/>
        <a:lstStyle/>
        <a:p>
          <a:pPr>
            <a:defRPr b="1"/>
          </a:pPr>
          <a:r>
            <a:rPr lang="en-US" b="0" i="0" baseline="0"/>
            <a:t>Use comments to:</a:t>
          </a:r>
          <a:endParaRPr lang="en-US"/>
        </a:p>
      </dgm:t>
    </dgm:pt>
    <dgm:pt modelId="{F5D9026F-1532-454B-BA53-D7ECA7AB0129}" type="parTrans" cxnId="{9FA43BCE-92B7-415E-BE6A-5ACD3EE8C427}">
      <dgm:prSet/>
      <dgm:spPr/>
      <dgm:t>
        <a:bodyPr/>
        <a:lstStyle/>
        <a:p>
          <a:endParaRPr lang="en-US"/>
        </a:p>
      </dgm:t>
    </dgm:pt>
    <dgm:pt modelId="{B511A497-49AF-48B3-A8FE-600A41252EA2}" type="sibTrans" cxnId="{9FA43BCE-92B7-415E-BE6A-5ACD3EE8C427}">
      <dgm:prSet/>
      <dgm:spPr/>
      <dgm:t>
        <a:bodyPr/>
        <a:lstStyle/>
        <a:p>
          <a:endParaRPr lang="en-US"/>
        </a:p>
      </dgm:t>
    </dgm:pt>
    <dgm:pt modelId="{8FA79302-B133-4A24-BF37-2DB89D6042BA}">
      <dgm:prSet/>
      <dgm:spPr/>
      <dgm:t>
        <a:bodyPr/>
        <a:lstStyle/>
        <a:p>
          <a:r>
            <a:rPr lang="en-US" b="0" i="0" baseline="0"/>
            <a:t>Explain code</a:t>
          </a:r>
          <a:endParaRPr lang="en-US"/>
        </a:p>
      </dgm:t>
    </dgm:pt>
    <dgm:pt modelId="{2CC3844F-BB27-411B-A47F-9B5DD6A4A740}" type="parTrans" cxnId="{E0814B44-98C8-4137-AB2B-128933801531}">
      <dgm:prSet/>
      <dgm:spPr/>
      <dgm:t>
        <a:bodyPr/>
        <a:lstStyle/>
        <a:p>
          <a:endParaRPr lang="en-US"/>
        </a:p>
      </dgm:t>
    </dgm:pt>
    <dgm:pt modelId="{ABF7A4ED-C50B-409D-8F10-05D4A0F7F4AA}" type="sibTrans" cxnId="{E0814B44-98C8-4137-AB2B-128933801531}">
      <dgm:prSet/>
      <dgm:spPr/>
      <dgm:t>
        <a:bodyPr/>
        <a:lstStyle/>
        <a:p>
          <a:endParaRPr lang="en-US"/>
        </a:p>
      </dgm:t>
    </dgm:pt>
    <dgm:pt modelId="{FB6C0508-688E-402B-8351-BC1A5B484387}">
      <dgm:prSet/>
      <dgm:spPr/>
      <dgm:t>
        <a:bodyPr/>
        <a:lstStyle/>
        <a:p>
          <a:r>
            <a:rPr lang="en-US" b="0" i="0" baseline="0"/>
            <a:t>Improve readability</a:t>
          </a:r>
          <a:endParaRPr lang="en-US"/>
        </a:p>
      </dgm:t>
    </dgm:pt>
    <dgm:pt modelId="{B06C9B93-9C81-4804-BD38-190E3F6BF702}" type="parTrans" cxnId="{728A6C0C-915C-4EB7-8565-E1D389A1F281}">
      <dgm:prSet/>
      <dgm:spPr/>
      <dgm:t>
        <a:bodyPr/>
        <a:lstStyle/>
        <a:p>
          <a:endParaRPr lang="en-US"/>
        </a:p>
      </dgm:t>
    </dgm:pt>
    <dgm:pt modelId="{ACF0A284-4F39-4DCE-8EF1-E2DA4D9B9E6E}" type="sibTrans" cxnId="{728A6C0C-915C-4EB7-8565-E1D389A1F281}">
      <dgm:prSet/>
      <dgm:spPr/>
      <dgm:t>
        <a:bodyPr/>
        <a:lstStyle/>
        <a:p>
          <a:endParaRPr lang="en-US"/>
        </a:p>
      </dgm:t>
    </dgm:pt>
    <dgm:pt modelId="{DD44C6DB-6654-45E4-98D5-9E0E5BFB16BE}">
      <dgm:prSet/>
      <dgm:spPr/>
      <dgm:t>
        <a:bodyPr/>
        <a:lstStyle/>
        <a:p>
          <a:r>
            <a:rPr lang="en-US" b="0" i="0" baseline="0"/>
            <a:t>Add reminders</a:t>
          </a:r>
          <a:endParaRPr lang="en-US"/>
        </a:p>
      </dgm:t>
    </dgm:pt>
    <dgm:pt modelId="{3003C22E-BA5F-4571-8057-D68EEFC308D8}" type="parTrans" cxnId="{6F41A4EE-5415-48E5-B71D-A24E5C35EC24}">
      <dgm:prSet/>
      <dgm:spPr/>
      <dgm:t>
        <a:bodyPr/>
        <a:lstStyle/>
        <a:p>
          <a:endParaRPr lang="en-US"/>
        </a:p>
      </dgm:t>
    </dgm:pt>
    <dgm:pt modelId="{CA8C17ED-6DA0-400D-9F60-0B8EB332C51D}" type="sibTrans" cxnId="{6F41A4EE-5415-48E5-B71D-A24E5C35EC24}">
      <dgm:prSet/>
      <dgm:spPr/>
      <dgm:t>
        <a:bodyPr/>
        <a:lstStyle/>
        <a:p>
          <a:endParaRPr lang="en-US"/>
        </a:p>
      </dgm:t>
    </dgm:pt>
    <dgm:pt modelId="{AE58E003-A578-431A-BDD4-F54C6B6D8A05}" type="pres">
      <dgm:prSet presAssocID="{91672F4B-82D3-43F6-AAF0-5689D88ED1F0}" presName="root" presStyleCnt="0">
        <dgm:presLayoutVars>
          <dgm:dir/>
          <dgm:resizeHandles val="exact"/>
        </dgm:presLayoutVars>
      </dgm:prSet>
      <dgm:spPr/>
    </dgm:pt>
    <dgm:pt modelId="{19181452-DFF3-4BEE-B8CA-B0DCB9673E17}" type="pres">
      <dgm:prSet presAssocID="{FC7BF59D-9C4A-4B80-9C24-C67047D4CD77}" presName="compNode" presStyleCnt="0"/>
      <dgm:spPr/>
    </dgm:pt>
    <dgm:pt modelId="{C06713E1-DD15-4D5A-9800-41AA850A8175}" type="pres">
      <dgm:prSet presAssocID="{FC7BF59D-9C4A-4B80-9C24-C67047D4CD7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934743C-7A98-46BE-847E-5129329974CC}" type="pres">
      <dgm:prSet presAssocID="{FC7BF59D-9C4A-4B80-9C24-C67047D4CD77}" presName="iconSpace" presStyleCnt="0"/>
      <dgm:spPr/>
    </dgm:pt>
    <dgm:pt modelId="{248B5C35-398D-4A45-ADE1-0C2A24C3B669}" type="pres">
      <dgm:prSet presAssocID="{FC7BF59D-9C4A-4B80-9C24-C67047D4CD77}" presName="parTx" presStyleLbl="revTx" presStyleIdx="0" presStyleCnt="6">
        <dgm:presLayoutVars>
          <dgm:chMax val="0"/>
          <dgm:chPref val="0"/>
        </dgm:presLayoutVars>
      </dgm:prSet>
      <dgm:spPr/>
    </dgm:pt>
    <dgm:pt modelId="{E2281C8A-F54B-4461-B57F-4BEAC6A15EA3}" type="pres">
      <dgm:prSet presAssocID="{FC7BF59D-9C4A-4B80-9C24-C67047D4CD77}" presName="txSpace" presStyleCnt="0"/>
      <dgm:spPr/>
    </dgm:pt>
    <dgm:pt modelId="{0CDEB586-5F71-40B6-84DF-C4E11396B522}" type="pres">
      <dgm:prSet presAssocID="{FC7BF59D-9C4A-4B80-9C24-C67047D4CD77}" presName="desTx" presStyleLbl="revTx" presStyleIdx="1" presStyleCnt="6">
        <dgm:presLayoutVars/>
      </dgm:prSet>
      <dgm:spPr/>
    </dgm:pt>
    <dgm:pt modelId="{9F78FB28-DE90-4C2B-8556-C6C2C77E361D}" type="pres">
      <dgm:prSet presAssocID="{2A7E273A-1108-49ED-8F0A-16B877A699EC}" presName="sibTrans" presStyleCnt="0"/>
      <dgm:spPr/>
    </dgm:pt>
    <dgm:pt modelId="{9F60D612-1B14-42CD-90D1-92C30723CF73}" type="pres">
      <dgm:prSet presAssocID="{F9DCED0A-6C7C-4E3A-95CD-CF6094DE11D3}" presName="compNode" presStyleCnt="0"/>
      <dgm:spPr/>
    </dgm:pt>
    <dgm:pt modelId="{50E6EF7F-37D4-4474-BF0F-3E729A75FCCE}" type="pres">
      <dgm:prSet presAssocID="{F9DCED0A-6C7C-4E3A-95CD-CF6094DE11D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9572A9F5-4BD7-4E76-B218-F4D5D1EE07EA}" type="pres">
      <dgm:prSet presAssocID="{F9DCED0A-6C7C-4E3A-95CD-CF6094DE11D3}" presName="iconSpace" presStyleCnt="0"/>
      <dgm:spPr/>
    </dgm:pt>
    <dgm:pt modelId="{BECBA67F-C3D5-4846-A522-622084A1C783}" type="pres">
      <dgm:prSet presAssocID="{F9DCED0A-6C7C-4E3A-95CD-CF6094DE11D3}" presName="parTx" presStyleLbl="revTx" presStyleIdx="2" presStyleCnt="6">
        <dgm:presLayoutVars>
          <dgm:chMax val="0"/>
          <dgm:chPref val="0"/>
        </dgm:presLayoutVars>
      </dgm:prSet>
      <dgm:spPr/>
    </dgm:pt>
    <dgm:pt modelId="{5BF0BB81-812A-44D1-B55C-97A900F48406}" type="pres">
      <dgm:prSet presAssocID="{F9DCED0A-6C7C-4E3A-95CD-CF6094DE11D3}" presName="txSpace" presStyleCnt="0"/>
      <dgm:spPr/>
    </dgm:pt>
    <dgm:pt modelId="{E2A8AFC1-9E00-487E-AE86-869CF8AF192F}" type="pres">
      <dgm:prSet presAssocID="{F9DCED0A-6C7C-4E3A-95CD-CF6094DE11D3}" presName="desTx" presStyleLbl="revTx" presStyleIdx="3" presStyleCnt="6">
        <dgm:presLayoutVars/>
      </dgm:prSet>
      <dgm:spPr/>
    </dgm:pt>
    <dgm:pt modelId="{B3EC4C8F-4A69-4950-887C-B6DC02944648}" type="pres">
      <dgm:prSet presAssocID="{155FC1EB-3247-4BE2-9B4D-247DC29AC917}" presName="sibTrans" presStyleCnt="0"/>
      <dgm:spPr/>
    </dgm:pt>
    <dgm:pt modelId="{C4D3FBC0-8AB3-4838-AE74-6733DF1DCF7F}" type="pres">
      <dgm:prSet presAssocID="{21C53FD1-15E1-4F7C-92F2-A1A855FE2756}" presName="compNode" presStyleCnt="0"/>
      <dgm:spPr/>
    </dgm:pt>
    <dgm:pt modelId="{49003D77-6327-4535-9729-DFB4A4567384}" type="pres">
      <dgm:prSet presAssocID="{21C53FD1-15E1-4F7C-92F2-A1A855FE275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3DD9608C-DB39-43D5-9591-55CFFAF145AB}" type="pres">
      <dgm:prSet presAssocID="{21C53FD1-15E1-4F7C-92F2-A1A855FE2756}" presName="iconSpace" presStyleCnt="0"/>
      <dgm:spPr/>
    </dgm:pt>
    <dgm:pt modelId="{B8B383E5-9294-4406-93BC-07DF6DC1BDD1}" type="pres">
      <dgm:prSet presAssocID="{21C53FD1-15E1-4F7C-92F2-A1A855FE2756}" presName="parTx" presStyleLbl="revTx" presStyleIdx="4" presStyleCnt="6">
        <dgm:presLayoutVars>
          <dgm:chMax val="0"/>
          <dgm:chPref val="0"/>
        </dgm:presLayoutVars>
      </dgm:prSet>
      <dgm:spPr/>
    </dgm:pt>
    <dgm:pt modelId="{B19F6FEE-8BF3-4AB6-86A4-B13D331AC973}" type="pres">
      <dgm:prSet presAssocID="{21C53FD1-15E1-4F7C-92F2-A1A855FE2756}" presName="txSpace" presStyleCnt="0"/>
      <dgm:spPr/>
    </dgm:pt>
    <dgm:pt modelId="{AA15322D-CDDE-478E-83FF-7B9C2F4D1F8C}" type="pres">
      <dgm:prSet presAssocID="{21C53FD1-15E1-4F7C-92F2-A1A855FE2756}" presName="desTx" presStyleLbl="revTx" presStyleIdx="5" presStyleCnt="6">
        <dgm:presLayoutVars/>
      </dgm:prSet>
      <dgm:spPr/>
    </dgm:pt>
  </dgm:ptLst>
  <dgm:cxnLst>
    <dgm:cxn modelId="{97FA2602-6A29-44E2-A6DA-CBF993C0C40E}" type="presOf" srcId="{FC7BF59D-9C4A-4B80-9C24-C67047D4CD77}" destId="{248B5C35-398D-4A45-ADE1-0C2A24C3B669}" srcOrd="0" destOrd="0" presId="urn:microsoft.com/office/officeart/2018/2/layout/IconLabelDescriptionList"/>
    <dgm:cxn modelId="{728A6C0C-915C-4EB7-8565-E1D389A1F281}" srcId="{21C53FD1-15E1-4F7C-92F2-A1A855FE2756}" destId="{FB6C0508-688E-402B-8351-BC1A5B484387}" srcOrd="1" destOrd="0" parTransId="{B06C9B93-9C81-4804-BD38-190E3F6BF702}" sibTransId="{ACF0A284-4F39-4DCE-8EF1-E2DA4D9B9E6E}"/>
    <dgm:cxn modelId="{7B428430-46BE-4917-85A0-F13D82AA2BC5}" type="presOf" srcId="{F9DCED0A-6C7C-4E3A-95CD-CF6094DE11D3}" destId="{BECBA67F-C3D5-4846-A522-622084A1C783}" srcOrd="0" destOrd="0" presId="urn:microsoft.com/office/officeart/2018/2/layout/IconLabelDescriptionList"/>
    <dgm:cxn modelId="{BED99536-F051-4580-BB2B-503CCB322CEA}" type="presOf" srcId="{FB6C0508-688E-402B-8351-BC1A5B484387}" destId="{AA15322D-CDDE-478E-83FF-7B9C2F4D1F8C}" srcOrd="0" destOrd="1" presId="urn:microsoft.com/office/officeart/2018/2/layout/IconLabelDescriptionList"/>
    <dgm:cxn modelId="{7D2CC436-DD36-4DA9-854C-443382A777CF}" srcId="{91672F4B-82D3-43F6-AAF0-5689D88ED1F0}" destId="{F9DCED0A-6C7C-4E3A-95CD-CF6094DE11D3}" srcOrd="1" destOrd="0" parTransId="{A859C711-397C-4F82-AE90-13122FD05EA1}" sibTransId="{155FC1EB-3247-4BE2-9B4D-247DC29AC917}"/>
    <dgm:cxn modelId="{E0814B44-98C8-4137-AB2B-128933801531}" srcId="{21C53FD1-15E1-4F7C-92F2-A1A855FE2756}" destId="{8FA79302-B133-4A24-BF37-2DB89D6042BA}" srcOrd="0" destOrd="0" parTransId="{2CC3844F-BB27-411B-A47F-9B5DD6A4A740}" sibTransId="{ABF7A4ED-C50B-409D-8F10-05D4A0F7F4AA}"/>
    <dgm:cxn modelId="{90CDB085-FAE7-4302-80D9-E6F5D837D2E1}" type="presOf" srcId="{91672F4B-82D3-43F6-AAF0-5689D88ED1F0}" destId="{AE58E003-A578-431A-BDD4-F54C6B6D8A05}" srcOrd="0" destOrd="0" presId="urn:microsoft.com/office/officeart/2018/2/layout/IconLabelDescriptionList"/>
    <dgm:cxn modelId="{B9676B9B-FEE5-4B29-B22F-D80B161A1291}" type="presOf" srcId="{21C53FD1-15E1-4F7C-92F2-A1A855FE2756}" destId="{B8B383E5-9294-4406-93BC-07DF6DC1BDD1}" srcOrd="0" destOrd="0" presId="urn:microsoft.com/office/officeart/2018/2/layout/IconLabelDescriptionList"/>
    <dgm:cxn modelId="{E23BA1AA-679B-41C1-BE0E-4832941699AB}" srcId="{91672F4B-82D3-43F6-AAF0-5689D88ED1F0}" destId="{FC7BF59D-9C4A-4B80-9C24-C67047D4CD77}" srcOrd="0" destOrd="0" parTransId="{E0A0C21E-8248-4A92-AEB6-6D4F2F5FE1D3}" sibTransId="{2A7E273A-1108-49ED-8F0A-16B877A699EC}"/>
    <dgm:cxn modelId="{AE081AAE-D12D-40BC-A7E6-CD6516042EB3}" type="presOf" srcId="{DD44C6DB-6654-45E4-98D5-9E0E5BFB16BE}" destId="{AA15322D-CDDE-478E-83FF-7B9C2F4D1F8C}" srcOrd="0" destOrd="2" presId="urn:microsoft.com/office/officeart/2018/2/layout/IconLabelDescriptionList"/>
    <dgm:cxn modelId="{9FA43BCE-92B7-415E-BE6A-5ACD3EE8C427}" srcId="{91672F4B-82D3-43F6-AAF0-5689D88ED1F0}" destId="{21C53FD1-15E1-4F7C-92F2-A1A855FE2756}" srcOrd="2" destOrd="0" parTransId="{F5D9026F-1532-454B-BA53-D7ECA7AB0129}" sibTransId="{B511A497-49AF-48B3-A8FE-600A41252EA2}"/>
    <dgm:cxn modelId="{A3466FD1-9E2A-4C69-A40A-4A358A5537B2}" type="presOf" srcId="{8FA79302-B133-4A24-BF37-2DB89D6042BA}" destId="{AA15322D-CDDE-478E-83FF-7B9C2F4D1F8C}" srcOrd="0" destOrd="0" presId="urn:microsoft.com/office/officeart/2018/2/layout/IconLabelDescriptionList"/>
    <dgm:cxn modelId="{6F41A4EE-5415-48E5-B71D-A24E5C35EC24}" srcId="{21C53FD1-15E1-4F7C-92F2-A1A855FE2756}" destId="{DD44C6DB-6654-45E4-98D5-9E0E5BFB16BE}" srcOrd="2" destOrd="0" parTransId="{3003C22E-BA5F-4571-8057-D68EEFC308D8}" sibTransId="{CA8C17ED-6DA0-400D-9F60-0B8EB332C51D}"/>
    <dgm:cxn modelId="{DA661DBA-76AE-4426-9DCA-9D1D479F0A6F}" type="presParOf" srcId="{AE58E003-A578-431A-BDD4-F54C6B6D8A05}" destId="{19181452-DFF3-4BEE-B8CA-B0DCB9673E17}" srcOrd="0" destOrd="0" presId="urn:microsoft.com/office/officeart/2018/2/layout/IconLabelDescriptionList"/>
    <dgm:cxn modelId="{FD59C0E9-B412-4D81-9508-47AE9774D2DE}" type="presParOf" srcId="{19181452-DFF3-4BEE-B8CA-B0DCB9673E17}" destId="{C06713E1-DD15-4D5A-9800-41AA850A8175}" srcOrd="0" destOrd="0" presId="urn:microsoft.com/office/officeart/2018/2/layout/IconLabelDescriptionList"/>
    <dgm:cxn modelId="{30F6E3EB-C3DB-48DB-A520-8E92D795127A}" type="presParOf" srcId="{19181452-DFF3-4BEE-B8CA-B0DCB9673E17}" destId="{9934743C-7A98-46BE-847E-5129329974CC}" srcOrd="1" destOrd="0" presId="urn:microsoft.com/office/officeart/2018/2/layout/IconLabelDescriptionList"/>
    <dgm:cxn modelId="{CF05E891-12F5-43AE-A66A-BD370303E791}" type="presParOf" srcId="{19181452-DFF3-4BEE-B8CA-B0DCB9673E17}" destId="{248B5C35-398D-4A45-ADE1-0C2A24C3B669}" srcOrd="2" destOrd="0" presId="urn:microsoft.com/office/officeart/2018/2/layout/IconLabelDescriptionList"/>
    <dgm:cxn modelId="{FDEE3D2F-C971-402F-8E76-607E58BB4E57}" type="presParOf" srcId="{19181452-DFF3-4BEE-B8CA-B0DCB9673E17}" destId="{E2281C8A-F54B-4461-B57F-4BEAC6A15EA3}" srcOrd="3" destOrd="0" presId="urn:microsoft.com/office/officeart/2018/2/layout/IconLabelDescriptionList"/>
    <dgm:cxn modelId="{3FAEA0A6-87CE-4E73-B838-1A1B324791C0}" type="presParOf" srcId="{19181452-DFF3-4BEE-B8CA-B0DCB9673E17}" destId="{0CDEB586-5F71-40B6-84DF-C4E11396B522}" srcOrd="4" destOrd="0" presId="urn:microsoft.com/office/officeart/2018/2/layout/IconLabelDescriptionList"/>
    <dgm:cxn modelId="{8DFA8216-9E92-4393-BEA5-7B82172BD3B2}" type="presParOf" srcId="{AE58E003-A578-431A-BDD4-F54C6B6D8A05}" destId="{9F78FB28-DE90-4C2B-8556-C6C2C77E361D}" srcOrd="1" destOrd="0" presId="urn:microsoft.com/office/officeart/2018/2/layout/IconLabelDescriptionList"/>
    <dgm:cxn modelId="{C65DC19B-BE7D-4788-87B1-F506C47B7179}" type="presParOf" srcId="{AE58E003-A578-431A-BDD4-F54C6B6D8A05}" destId="{9F60D612-1B14-42CD-90D1-92C30723CF73}" srcOrd="2" destOrd="0" presId="urn:microsoft.com/office/officeart/2018/2/layout/IconLabelDescriptionList"/>
    <dgm:cxn modelId="{C5E3FF66-2F0F-4246-96FD-CB71FC322BD2}" type="presParOf" srcId="{9F60D612-1B14-42CD-90D1-92C30723CF73}" destId="{50E6EF7F-37D4-4474-BF0F-3E729A75FCCE}" srcOrd="0" destOrd="0" presId="urn:microsoft.com/office/officeart/2018/2/layout/IconLabelDescriptionList"/>
    <dgm:cxn modelId="{871F1B53-6929-456A-A0D6-811C106BFA63}" type="presParOf" srcId="{9F60D612-1B14-42CD-90D1-92C30723CF73}" destId="{9572A9F5-4BD7-4E76-B218-F4D5D1EE07EA}" srcOrd="1" destOrd="0" presId="urn:microsoft.com/office/officeart/2018/2/layout/IconLabelDescriptionList"/>
    <dgm:cxn modelId="{02471575-0BD4-463C-BF0C-134F892FDDAA}" type="presParOf" srcId="{9F60D612-1B14-42CD-90D1-92C30723CF73}" destId="{BECBA67F-C3D5-4846-A522-622084A1C783}" srcOrd="2" destOrd="0" presId="urn:microsoft.com/office/officeart/2018/2/layout/IconLabelDescriptionList"/>
    <dgm:cxn modelId="{FE2A0295-D154-4B75-A84F-91896237D035}" type="presParOf" srcId="{9F60D612-1B14-42CD-90D1-92C30723CF73}" destId="{5BF0BB81-812A-44D1-B55C-97A900F48406}" srcOrd="3" destOrd="0" presId="urn:microsoft.com/office/officeart/2018/2/layout/IconLabelDescriptionList"/>
    <dgm:cxn modelId="{808CDF52-0DCB-43A2-89C6-ED7EF3549797}" type="presParOf" srcId="{9F60D612-1B14-42CD-90D1-92C30723CF73}" destId="{E2A8AFC1-9E00-487E-AE86-869CF8AF192F}" srcOrd="4" destOrd="0" presId="urn:microsoft.com/office/officeart/2018/2/layout/IconLabelDescriptionList"/>
    <dgm:cxn modelId="{EC9F9ABC-5F10-429D-9D35-5A104ADBBA64}" type="presParOf" srcId="{AE58E003-A578-431A-BDD4-F54C6B6D8A05}" destId="{B3EC4C8F-4A69-4950-887C-B6DC02944648}" srcOrd="3" destOrd="0" presId="urn:microsoft.com/office/officeart/2018/2/layout/IconLabelDescriptionList"/>
    <dgm:cxn modelId="{691C3A04-E271-4BF2-B8AF-5B52EE3D8E91}" type="presParOf" srcId="{AE58E003-A578-431A-BDD4-F54C6B6D8A05}" destId="{C4D3FBC0-8AB3-4838-AE74-6733DF1DCF7F}" srcOrd="4" destOrd="0" presId="urn:microsoft.com/office/officeart/2018/2/layout/IconLabelDescriptionList"/>
    <dgm:cxn modelId="{4005D84B-0971-4018-B7A3-D63836E4B68E}" type="presParOf" srcId="{C4D3FBC0-8AB3-4838-AE74-6733DF1DCF7F}" destId="{49003D77-6327-4535-9729-DFB4A4567384}" srcOrd="0" destOrd="0" presId="urn:microsoft.com/office/officeart/2018/2/layout/IconLabelDescriptionList"/>
    <dgm:cxn modelId="{6FA32E21-3D6C-43B4-889F-1B07B344228B}" type="presParOf" srcId="{C4D3FBC0-8AB3-4838-AE74-6733DF1DCF7F}" destId="{3DD9608C-DB39-43D5-9591-55CFFAF145AB}" srcOrd="1" destOrd="0" presId="urn:microsoft.com/office/officeart/2018/2/layout/IconLabelDescriptionList"/>
    <dgm:cxn modelId="{F050CD04-FE88-406B-95E6-24BBDD2A6ABA}" type="presParOf" srcId="{C4D3FBC0-8AB3-4838-AE74-6733DF1DCF7F}" destId="{B8B383E5-9294-4406-93BC-07DF6DC1BDD1}" srcOrd="2" destOrd="0" presId="urn:microsoft.com/office/officeart/2018/2/layout/IconLabelDescriptionList"/>
    <dgm:cxn modelId="{04D163E2-B49C-4600-8D81-C28629120CFB}" type="presParOf" srcId="{C4D3FBC0-8AB3-4838-AE74-6733DF1DCF7F}" destId="{B19F6FEE-8BF3-4AB6-86A4-B13D331AC973}" srcOrd="3" destOrd="0" presId="urn:microsoft.com/office/officeart/2018/2/layout/IconLabelDescriptionList"/>
    <dgm:cxn modelId="{5B4232F5-A37F-4B4A-92E2-0562BA415496}" type="presParOf" srcId="{C4D3FBC0-8AB3-4838-AE74-6733DF1DCF7F}" destId="{AA15322D-CDDE-478E-83FF-7B9C2F4D1F8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A56D33-AA1C-47AF-ADA6-F808A54AC8DD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B24DDF-E048-4836-81E1-9F4D473F08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u="sng"/>
            <a:t>Learning Outcomes</a:t>
          </a:r>
          <a:endParaRPr lang="en-US"/>
        </a:p>
      </dgm:t>
    </dgm:pt>
    <dgm:pt modelId="{0510A7DC-E218-4A30-A0A5-7ED26AD3FE33}" type="parTrans" cxnId="{FF595594-3098-411F-BB2D-2C8EB2D1EA34}">
      <dgm:prSet/>
      <dgm:spPr/>
      <dgm:t>
        <a:bodyPr/>
        <a:lstStyle/>
        <a:p>
          <a:endParaRPr lang="en-US"/>
        </a:p>
      </dgm:t>
    </dgm:pt>
    <dgm:pt modelId="{EB90E365-01E7-4AFD-86C7-0E81D177220F}" type="sibTrans" cxnId="{FF595594-3098-411F-BB2D-2C8EB2D1EA34}">
      <dgm:prSet/>
      <dgm:spPr/>
      <dgm:t>
        <a:bodyPr/>
        <a:lstStyle/>
        <a:p>
          <a:endParaRPr lang="en-US"/>
        </a:p>
      </dgm:t>
    </dgm:pt>
    <dgm:pt modelId="{2E275493-6E8A-4611-AFFB-72291B96A8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By the end of this Module, you will be able to:</a:t>
          </a:r>
          <a:endParaRPr lang="en-US"/>
        </a:p>
      </dgm:t>
    </dgm:pt>
    <dgm:pt modelId="{9617039E-1A97-4217-A685-10791DCBA654}" type="parTrans" cxnId="{D650B036-FDA0-423D-B50F-5D506A115935}">
      <dgm:prSet/>
      <dgm:spPr/>
      <dgm:t>
        <a:bodyPr/>
        <a:lstStyle/>
        <a:p>
          <a:endParaRPr lang="en-US"/>
        </a:p>
      </dgm:t>
    </dgm:pt>
    <dgm:pt modelId="{E8467DEF-B986-4177-88F7-E1391A1BC964}" type="sibTrans" cxnId="{D650B036-FDA0-423D-B50F-5D506A115935}">
      <dgm:prSet/>
      <dgm:spPr/>
      <dgm:t>
        <a:bodyPr/>
        <a:lstStyle/>
        <a:p>
          <a:endParaRPr lang="en-US"/>
        </a:p>
      </dgm:t>
    </dgm:pt>
    <dgm:pt modelId="{01AD51D8-1104-4CCF-9A68-F49599A3A29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Explain what a variable is</a:t>
          </a:r>
          <a:endParaRPr lang="en-US"/>
        </a:p>
      </dgm:t>
    </dgm:pt>
    <dgm:pt modelId="{F0A8DD8A-F5C5-422B-A236-E499F9B7FC36}" type="parTrans" cxnId="{2B4AB004-6827-4007-B224-81B92AA8185B}">
      <dgm:prSet/>
      <dgm:spPr/>
      <dgm:t>
        <a:bodyPr/>
        <a:lstStyle/>
        <a:p>
          <a:endParaRPr lang="en-US"/>
        </a:p>
      </dgm:t>
    </dgm:pt>
    <dgm:pt modelId="{B820E8B6-F4B0-43C3-B626-08DF5013A8F5}" type="sibTrans" cxnId="{2B4AB004-6827-4007-B224-81B92AA8185B}">
      <dgm:prSet/>
      <dgm:spPr/>
      <dgm:t>
        <a:bodyPr/>
        <a:lstStyle/>
        <a:p>
          <a:endParaRPr lang="en-US"/>
        </a:p>
      </dgm:t>
    </dgm:pt>
    <dgm:pt modelId="{893897D7-3120-43FC-B847-A428E1E0D42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Create variables in Python</a:t>
          </a:r>
          <a:endParaRPr lang="en-US"/>
        </a:p>
      </dgm:t>
    </dgm:pt>
    <dgm:pt modelId="{8EFCCB12-2173-41DB-ADA7-0720899C6C4A}" type="parTrans" cxnId="{27F681F7-4F92-4126-85D5-CF8AF3B5BF4C}">
      <dgm:prSet/>
      <dgm:spPr/>
      <dgm:t>
        <a:bodyPr/>
        <a:lstStyle/>
        <a:p>
          <a:endParaRPr lang="en-US"/>
        </a:p>
      </dgm:t>
    </dgm:pt>
    <dgm:pt modelId="{C76F6CE1-0167-4CF2-9F19-49A247C9D52B}" type="sibTrans" cxnId="{27F681F7-4F92-4126-85D5-CF8AF3B5BF4C}">
      <dgm:prSet/>
      <dgm:spPr/>
      <dgm:t>
        <a:bodyPr/>
        <a:lstStyle/>
        <a:p>
          <a:endParaRPr lang="en-US"/>
        </a:p>
      </dgm:t>
    </dgm:pt>
    <dgm:pt modelId="{DF5BA638-5389-497E-A990-21A44668816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Identify Python’s main data types</a:t>
          </a:r>
          <a:endParaRPr lang="en-US"/>
        </a:p>
      </dgm:t>
    </dgm:pt>
    <dgm:pt modelId="{42A35EBA-BAAF-451D-8A9E-05350F2C4AE7}" type="parTrans" cxnId="{82419A28-A08C-47CF-A16E-9F2E43EBD04A}">
      <dgm:prSet/>
      <dgm:spPr/>
      <dgm:t>
        <a:bodyPr/>
        <a:lstStyle/>
        <a:p>
          <a:endParaRPr lang="en-US"/>
        </a:p>
      </dgm:t>
    </dgm:pt>
    <dgm:pt modelId="{0EF7776B-CA02-47ED-BE32-8B024F48D6E7}" type="sibTrans" cxnId="{82419A28-A08C-47CF-A16E-9F2E43EBD04A}">
      <dgm:prSet/>
      <dgm:spPr/>
      <dgm:t>
        <a:bodyPr/>
        <a:lstStyle/>
        <a:p>
          <a:endParaRPr lang="en-US"/>
        </a:p>
      </dgm:t>
    </dgm:pt>
    <dgm:pt modelId="{4F9A3D8A-2587-40A7-AC6B-4B0525F15A1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Convert between data types</a:t>
          </a:r>
          <a:endParaRPr lang="en-US"/>
        </a:p>
      </dgm:t>
    </dgm:pt>
    <dgm:pt modelId="{8F4251A7-D725-45DB-8344-315DE3B641F0}" type="parTrans" cxnId="{9D9E9758-A890-475D-90D8-8AF42CF9E236}">
      <dgm:prSet/>
      <dgm:spPr/>
      <dgm:t>
        <a:bodyPr/>
        <a:lstStyle/>
        <a:p>
          <a:endParaRPr lang="en-US"/>
        </a:p>
      </dgm:t>
    </dgm:pt>
    <dgm:pt modelId="{380B3091-9F89-4528-980A-E3A0B11421EC}" type="sibTrans" cxnId="{9D9E9758-A890-475D-90D8-8AF42CF9E236}">
      <dgm:prSet/>
      <dgm:spPr/>
      <dgm:t>
        <a:bodyPr/>
        <a:lstStyle/>
        <a:p>
          <a:endParaRPr lang="en-US"/>
        </a:p>
      </dgm:t>
    </dgm:pt>
    <dgm:pt modelId="{CF4666D3-7AA2-430F-9FFF-A7B20A312E3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 the input() function</a:t>
          </a:r>
          <a:endParaRPr lang="en-US"/>
        </a:p>
      </dgm:t>
    </dgm:pt>
    <dgm:pt modelId="{8D005363-8C37-450D-A378-8D2B8285B032}" type="parTrans" cxnId="{B1C5CF5A-CD5A-4299-B130-79D6D26F1EA7}">
      <dgm:prSet/>
      <dgm:spPr/>
      <dgm:t>
        <a:bodyPr/>
        <a:lstStyle/>
        <a:p>
          <a:endParaRPr lang="en-US"/>
        </a:p>
      </dgm:t>
    </dgm:pt>
    <dgm:pt modelId="{B67B34F4-967D-4830-A4F9-4D97EEB10871}" type="sibTrans" cxnId="{B1C5CF5A-CD5A-4299-B130-79D6D26F1EA7}">
      <dgm:prSet/>
      <dgm:spPr/>
      <dgm:t>
        <a:bodyPr/>
        <a:lstStyle/>
        <a:p>
          <a:endParaRPr lang="en-US"/>
        </a:p>
      </dgm:t>
    </dgm:pt>
    <dgm:pt modelId="{EA49A223-B1B0-4D0C-A1F4-D007C2668C17}" type="pres">
      <dgm:prSet presAssocID="{2AA56D33-AA1C-47AF-ADA6-F808A54AC8DD}" presName="root" presStyleCnt="0">
        <dgm:presLayoutVars>
          <dgm:dir/>
          <dgm:resizeHandles val="exact"/>
        </dgm:presLayoutVars>
      </dgm:prSet>
      <dgm:spPr/>
    </dgm:pt>
    <dgm:pt modelId="{9A75F1B3-8007-4588-8373-EF63D7FEC76B}" type="pres">
      <dgm:prSet presAssocID="{ABB24DDF-E048-4836-81E1-9F4D473F083D}" presName="compNode" presStyleCnt="0"/>
      <dgm:spPr/>
    </dgm:pt>
    <dgm:pt modelId="{5ED993BC-B7EB-4F10-91C7-AC4EE3C5874C}" type="pres">
      <dgm:prSet presAssocID="{ABB24DDF-E048-4836-81E1-9F4D473F083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7523049-4A95-4DC0-9A69-D1E887CD4AA7}" type="pres">
      <dgm:prSet presAssocID="{ABB24DDF-E048-4836-81E1-9F4D473F083D}" presName="iconSpace" presStyleCnt="0"/>
      <dgm:spPr/>
    </dgm:pt>
    <dgm:pt modelId="{94A002EB-EDAC-4810-9A75-EF2CA7F7F71A}" type="pres">
      <dgm:prSet presAssocID="{ABB24DDF-E048-4836-81E1-9F4D473F083D}" presName="parTx" presStyleLbl="revTx" presStyleIdx="0" presStyleCnt="4">
        <dgm:presLayoutVars>
          <dgm:chMax val="0"/>
          <dgm:chPref val="0"/>
        </dgm:presLayoutVars>
      </dgm:prSet>
      <dgm:spPr/>
    </dgm:pt>
    <dgm:pt modelId="{ED3D0362-9AC2-4025-951E-902FF7A7963F}" type="pres">
      <dgm:prSet presAssocID="{ABB24DDF-E048-4836-81E1-9F4D473F083D}" presName="txSpace" presStyleCnt="0"/>
      <dgm:spPr/>
    </dgm:pt>
    <dgm:pt modelId="{2C33F4AE-548F-4D31-9127-4FA7A59551C3}" type="pres">
      <dgm:prSet presAssocID="{ABB24DDF-E048-4836-81E1-9F4D473F083D}" presName="desTx" presStyleLbl="revTx" presStyleIdx="1" presStyleCnt="4">
        <dgm:presLayoutVars/>
      </dgm:prSet>
      <dgm:spPr/>
    </dgm:pt>
    <dgm:pt modelId="{3B781AB0-6B5B-4788-9E65-1E4148A74C96}" type="pres">
      <dgm:prSet presAssocID="{EB90E365-01E7-4AFD-86C7-0E81D177220F}" presName="sibTrans" presStyleCnt="0"/>
      <dgm:spPr/>
    </dgm:pt>
    <dgm:pt modelId="{792021F4-5070-4A77-84A4-5884945D7A16}" type="pres">
      <dgm:prSet presAssocID="{2E275493-6E8A-4611-AFFB-72291B96A8D6}" presName="compNode" presStyleCnt="0"/>
      <dgm:spPr/>
    </dgm:pt>
    <dgm:pt modelId="{9D8D3AA3-0408-428B-8298-F15158C12A7B}" type="pres">
      <dgm:prSet presAssocID="{2E275493-6E8A-4611-AFFB-72291B96A8D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AC382A5-01BA-4187-BC74-4AA2D7699878}" type="pres">
      <dgm:prSet presAssocID="{2E275493-6E8A-4611-AFFB-72291B96A8D6}" presName="iconSpace" presStyleCnt="0"/>
      <dgm:spPr/>
    </dgm:pt>
    <dgm:pt modelId="{7B9CAAA1-B23F-41E6-928A-187E26469461}" type="pres">
      <dgm:prSet presAssocID="{2E275493-6E8A-4611-AFFB-72291B96A8D6}" presName="parTx" presStyleLbl="revTx" presStyleIdx="2" presStyleCnt="4">
        <dgm:presLayoutVars>
          <dgm:chMax val="0"/>
          <dgm:chPref val="0"/>
        </dgm:presLayoutVars>
      </dgm:prSet>
      <dgm:spPr/>
    </dgm:pt>
    <dgm:pt modelId="{C87D4174-A721-4148-8702-F0F84886AFA0}" type="pres">
      <dgm:prSet presAssocID="{2E275493-6E8A-4611-AFFB-72291B96A8D6}" presName="txSpace" presStyleCnt="0"/>
      <dgm:spPr/>
    </dgm:pt>
    <dgm:pt modelId="{57F612B7-659C-4213-984C-3D28895267A7}" type="pres">
      <dgm:prSet presAssocID="{2E275493-6E8A-4611-AFFB-72291B96A8D6}" presName="desTx" presStyleLbl="revTx" presStyleIdx="3" presStyleCnt="4">
        <dgm:presLayoutVars/>
      </dgm:prSet>
      <dgm:spPr/>
    </dgm:pt>
  </dgm:ptLst>
  <dgm:cxnLst>
    <dgm:cxn modelId="{2B4AB004-6827-4007-B224-81B92AA8185B}" srcId="{2E275493-6E8A-4611-AFFB-72291B96A8D6}" destId="{01AD51D8-1104-4CCF-9A68-F49599A3A292}" srcOrd="0" destOrd="0" parTransId="{F0A8DD8A-F5C5-422B-A236-E499F9B7FC36}" sibTransId="{B820E8B6-F4B0-43C3-B626-08DF5013A8F5}"/>
    <dgm:cxn modelId="{82419A28-A08C-47CF-A16E-9F2E43EBD04A}" srcId="{2E275493-6E8A-4611-AFFB-72291B96A8D6}" destId="{DF5BA638-5389-497E-A990-21A44668816D}" srcOrd="2" destOrd="0" parTransId="{42A35EBA-BAAF-451D-8A9E-05350F2C4AE7}" sibTransId="{0EF7776B-CA02-47ED-BE32-8B024F48D6E7}"/>
    <dgm:cxn modelId="{D650B036-FDA0-423D-B50F-5D506A115935}" srcId="{2AA56D33-AA1C-47AF-ADA6-F808A54AC8DD}" destId="{2E275493-6E8A-4611-AFFB-72291B96A8D6}" srcOrd="1" destOrd="0" parTransId="{9617039E-1A97-4217-A685-10791DCBA654}" sibTransId="{E8467DEF-B986-4177-88F7-E1391A1BC964}"/>
    <dgm:cxn modelId="{ACF25737-BB90-4056-A522-A2B04E60FEC3}" type="presOf" srcId="{2AA56D33-AA1C-47AF-ADA6-F808A54AC8DD}" destId="{EA49A223-B1B0-4D0C-A1F4-D007C2668C17}" srcOrd="0" destOrd="0" presId="urn:microsoft.com/office/officeart/2018/2/layout/IconLabelDescriptionList"/>
    <dgm:cxn modelId="{C904D43F-C554-448D-9877-1A041CFD4EA8}" type="presOf" srcId="{01AD51D8-1104-4CCF-9A68-F49599A3A292}" destId="{57F612B7-659C-4213-984C-3D28895267A7}" srcOrd="0" destOrd="0" presId="urn:microsoft.com/office/officeart/2018/2/layout/IconLabelDescriptionList"/>
    <dgm:cxn modelId="{61A4AC41-D808-466D-9277-199485583F78}" type="presOf" srcId="{893897D7-3120-43FC-B847-A428E1E0D42B}" destId="{57F612B7-659C-4213-984C-3D28895267A7}" srcOrd="0" destOrd="1" presId="urn:microsoft.com/office/officeart/2018/2/layout/IconLabelDescriptionList"/>
    <dgm:cxn modelId="{FDA1F04E-8E3B-42D8-A762-37BDE06D4FBC}" type="presOf" srcId="{ABB24DDF-E048-4836-81E1-9F4D473F083D}" destId="{94A002EB-EDAC-4810-9A75-EF2CA7F7F71A}" srcOrd="0" destOrd="0" presId="urn:microsoft.com/office/officeart/2018/2/layout/IconLabelDescriptionList"/>
    <dgm:cxn modelId="{E641C170-212C-4686-BFD3-1E622FC4F9DD}" type="presOf" srcId="{CF4666D3-7AA2-430F-9FFF-A7B20A312E37}" destId="{57F612B7-659C-4213-984C-3D28895267A7}" srcOrd="0" destOrd="4" presId="urn:microsoft.com/office/officeart/2018/2/layout/IconLabelDescriptionList"/>
    <dgm:cxn modelId="{9D9E9758-A890-475D-90D8-8AF42CF9E236}" srcId="{2E275493-6E8A-4611-AFFB-72291B96A8D6}" destId="{4F9A3D8A-2587-40A7-AC6B-4B0525F15A1C}" srcOrd="3" destOrd="0" parTransId="{8F4251A7-D725-45DB-8344-315DE3B641F0}" sibTransId="{380B3091-9F89-4528-980A-E3A0B11421EC}"/>
    <dgm:cxn modelId="{57894759-B8B9-4CEF-92BB-67A4742D84E6}" type="presOf" srcId="{4F9A3D8A-2587-40A7-AC6B-4B0525F15A1C}" destId="{57F612B7-659C-4213-984C-3D28895267A7}" srcOrd="0" destOrd="3" presId="urn:microsoft.com/office/officeart/2018/2/layout/IconLabelDescriptionList"/>
    <dgm:cxn modelId="{B1C5CF5A-CD5A-4299-B130-79D6D26F1EA7}" srcId="{2E275493-6E8A-4611-AFFB-72291B96A8D6}" destId="{CF4666D3-7AA2-430F-9FFF-A7B20A312E37}" srcOrd="4" destOrd="0" parTransId="{8D005363-8C37-450D-A378-8D2B8285B032}" sibTransId="{B67B34F4-967D-4830-A4F9-4D97EEB10871}"/>
    <dgm:cxn modelId="{FF595594-3098-411F-BB2D-2C8EB2D1EA34}" srcId="{2AA56D33-AA1C-47AF-ADA6-F808A54AC8DD}" destId="{ABB24DDF-E048-4836-81E1-9F4D473F083D}" srcOrd="0" destOrd="0" parTransId="{0510A7DC-E218-4A30-A0A5-7ED26AD3FE33}" sibTransId="{EB90E365-01E7-4AFD-86C7-0E81D177220F}"/>
    <dgm:cxn modelId="{3AB734BF-085A-47FA-BD5D-B98B61462C5E}" type="presOf" srcId="{2E275493-6E8A-4611-AFFB-72291B96A8D6}" destId="{7B9CAAA1-B23F-41E6-928A-187E26469461}" srcOrd="0" destOrd="0" presId="urn:microsoft.com/office/officeart/2018/2/layout/IconLabelDescriptionList"/>
    <dgm:cxn modelId="{661F0AE9-0118-49AF-BCBD-C9E361F8227C}" type="presOf" srcId="{DF5BA638-5389-497E-A990-21A44668816D}" destId="{57F612B7-659C-4213-984C-3D28895267A7}" srcOrd="0" destOrd="2" presId="urn:microsoft.com/office/officeart/2018/2/layout/IconLabelDescriptionList"/>
    <dgm:cxn modelId="{27F681F7-4F92-4126-85D5-CF8AF3B5BF4C}" srcId="{2E275493-6E8A-4611-AFFB-72291B96A8D6}" destId="{893897D7-3120-43FC-B847-A428E1E0D42B}" srcOrd="1" destOrd="0" parTransId="{8EFCCB12-2173-41DB-ADA7-0720899C6C4A}" sibTransId="{C76F6CE1-0167-4CF2-9F19-49A247C9D52B}"/>
    <dgm:cxn modelId="{D0320901-216D-4CA9-A56D-082BA827282E}" type="presParOf" srcId="{EA49A223-B1B0-4D0C-A1F4-D007C2668C17}" destId="{9A75F1B3-8007-4588-8373-EF63D7FEC76B}" srcOrd="0" destOrd="0" presId="urn:microsoft.com/office/officeart/2018/2/layout/IconLabelDescriptionList"/>
    <dgm:cxn modelId="{3014C991-BF26-45D3-AE38-638736B2D88E}" type="presParOf" srcId="{9A75F1B3-8007-4588-8373-EF63D7FEC76B}" destId="{5ED993BC-B7EB-4F10-91C7-AC4EE3C5874C}" srcOrd="0" destOrd="0" presId="urn:microsoft.com/office/officeart/2018/2/layout/IconLabelDescriptionList"/>
    <dgm:cxn modelId="{D4BB8364-32CE-49D6-83E5-2F95AF0D3B63}" type="presParOf" srcId="{9A75F1B3-8007-4588-8373-EF63D7FEC76B}" destId="{C7523049-4A95-4DC0-9A69-D1E887CD4AA7}" srcOrd="1" destOrd="0" presId="urn:microsoft.com/office/officeart/2018/2/layout/IconLabelDescriptionList"/>
    <dgm:cxn modelId="{9813BE04-95CB-4747-A50D-E61DF1B611FE}" type="presParOf" srcId="{9A75F1B3-8007-4588-8373-EF63D7FEC76B}" destId="{94A002EB-EDAC-4810-9A75-EF2CA7F7F71A}" srcOrd="2" destOrd="0" presId="urn:microsoft.com/office/officeart/2018/2/layout/IconLabelDescriptionList"/>
    <dgm:cxn modelId="{DF2BD785-826F-4758-AF75-49C00FEF7C0F}" type="presParOf" srcId="{9A75F1B3-8007-4588-8373-EF63D7FEC76B}" destId="{ED3D0362-9AC2-4025-951E-902FF7A7963F}" srcOrd="3" destOrd="0" presId="urn:microsoft.com/office/officeart/2018/2/layout/IconLabelDescriptionList"/>
    <dgm:cxn modelId="{6AD38692-D603-4093-9A61-D1987506BA19}" type="presParOf" srcId="{9A75F1B3-8007-4588-8373-EF63D7FEC76B}" destId="{2C33F4AE-548F-4D31-9127-4FA7A59551C3}" srcOrd="4" destOrd="0" presId="urn:microsoft.com/office/officeart/2018/2/layout/IconLabelDescriptionList"/>
    <dgm:cxn modelId="{F4DA3B4C-26C5-4D78-A072-8DC47B964F1B}" type="presParOf" srcId="{EA49A223-B1B0-4D0C-A1F4-D007C2668C17}" destId="{3B781AB0-6B5B-4788-9E65-1E4148A74C96}" srcOrd="1" destOrd="0" presId="urn:microsoft.com/office/officeart/2018/2/layout/IconLabelDescriptionList"/>
    <dgm:cxn modelId="{76A9BB8C-82A0-4FE1-B950-CC3BA40D605E}" type="presParOf" srcId="{EA49A223-B1B0-4D0C-A1F4-D007C2668C17}" destId="{792021F4-5070-4A77-84A4-5884945D7A16}" srcOrd="2" destOrd="0" presId="urn:microsoft.com/office/officeart/2018/2/layout/IconLabelDescriptionList"/>
    <dgm:cxn modelId="{BC029D49-0B66-4FC1-8A93-B0E111CC8348}" type="presParOf" srcId="{792021F4-5070-4A77-84A4-5884945D7A16}" destId="{9D8D3AA3-0408-428B-8298-F15158C12A7B}" srcOrd="0" destOrd="0" presId="urn:microsoft.com/office/officeart/2018/2/layout/IconLabelDescriptionList"/>
    <dgm:cxn modelId="{AA1289B2-66C0-4C69-8C25-4A902AF9FFF6}" type="presParOf" srcId="{792021F4-5070-4A77-84A4-5884945D7A16}" destId="{2AC382A5-01BA-4187-BC74-4AA2D7699878}" srcOrd="1" destOrd="0" presId="urn:microsoft.com/office/officeart/2018/2/layout/IconLabelDescriptionList"/>
    <dgm:cxn modelId="{D4749D79-0F5A-45DF-8117-01C3668272DF}" type="presParOf" srcId="{792021F4-5070-4A77-84A4-5884945D7A16}" destId="{7B9CAAA1-B23F-41E6-928A-187E26469461}" srcOrd="2" destOrd="0" presId="urn:microsoft.com/office/officeart/2018/2/layout/IconLabelDescriptionList"/>
    <dgm:cxn modelId="{FF4832E5-2B1B-444B-A702-4C7751CA7A60}" type="presParOf" srcId="{792021F4-5070-4A77-84A4-5884945D7A16}" destId="{C87D4174-A721-4148-8702-F0F84886AFA0}" srcOrd="3" destOrd="0" presId="urn:microsoft.com/office/officeart/2018/2/layout/IconLabelDescriptionList"/>
    <dgm:cxn modelId="{E7C3F408-0B7E-4A42-8062-6EFFCF23EEF9}" type="presParOf" srcId="{792021F4-5070-4A77-84A4-5884945D7A16}" destId="{57F612B7-659C-4213-984C-3D28895267A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EF2CFA-CBC3-41A5-9D04-BDB7F2426294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A5A8ABC-187C-4E8A-9FDF-18658B6989BF}">
      <dgm:prSet/>
      <dgm:spPr/>
      <dgm:t>
        <a:bodyPr/>
        <a:lstStyle/>
        <a:p>
          <a:r>
            <a:rPr lang="en-GB" b="1"/>
            <a:t>Understanding how Python performs do:</a:t>
          </a:r>
          <a:endParaRPr lang="en-US"/>
        </a:p>
      </dgm:t>
    </dgm:pt>
    <dgm:pt modelId="{D18440E1-A084-4C2D-8E1B-4392D14DA892}" type="parTrans" cxnId="{C5B308E7-305D-451C-A4D4-1F113E118337}">
      <dgm:prSet/>
      <dgm:spPr/>
      <dgm:t>
        <a:bodyPr/>
        <a:lstStyle/>
        <a:p>
          <a:endParaRPr lang="en-US"/>
        </a:p>
      </dgm:t>
    </dgm:pt>
    <dgm:pt modelId="{8A588E08-1A44-4C69-ACDD-E6DEE5CD98FC}" type="sibTrans" cxnId="{C5B308E7-305D-451C-A4D4-1F113E118337}">
      <dgm:prSet/>
      <dgm:spPr/>
      <dgm:t>
        <a:bodyPr/>
        <a:lstStyle/>
        <a:p>
          <a:endParaRPr lang="en-US"/>
        </a:p>
      </dgm:t>
    </dgm:pt>
    <dgm:pt modelId="{9592639F-185F-4DF9-B038-39DCD801F320}">
      <dgm:prSet/>
      <dgm:spPr/>
      <dgm:t>
        <a:bodyPr/>
        <a:lstStyle/>
        <a:p>
          <a:r>
            <a:rPr lang="en-GB"/>
            <a:t>Calculations</a:t>
          </a:r>
          <a:endParaRPr lang="en-US"/>
        </a:p>
      </dgm:t>
    </dgm:pt>
    <dgm:pt modelId="{7C64B388-3C1A-46E0-893D-C3AFAF8F3474}" type="parTrans" cxnId="{141857AC-E89B-4009-9DF0-E06499097053}">
      <dgm:prSet/>
      <dgm:spPr/>
      <dgm:t>
        <a:bodyPr/>
        <a:lstStyle/>
        <a:p>
          <a:endParaRPr lang="en-US"/>
        </a:p>
      </dgm:t>
    </dgm:pt>
    <dgm:pt modelId="{DC5F87B0-BAAB-426F-B758-CD985717B939}" type="sibTrans" cxnId="{141857AC-E89B-4009-9DF0-E06499097053}">
      <dgm:prSet/>
      <dgm:spPr/>
      <dgm:t>
        <a:bodyPr/>
        <a:lstStyle/>
        <a:p>
          <a:endParaRPr lang="en-US"/>
        </a:p>
      </dgm:t>
    </dgm:pt>
    <dgm:pt modelId="{2FFBC19D-9FA0-463E-988D-B5AA41EE75A3}">
      <dgm:prSet/>
      <dgm:spPr/>
      <dgm:t>
        <a:bodyPr/>
        <a:lstStyle/>
        <a:p>
          <a:r>
            <a:rPr lang="en-GB"/>
            <a:t>Comparisons</a:t>
          </a:r>
          <a:endParaRPr lang="en-US"/>
        </a:p>
      </dgm:t>
    </dgm:pt>
    <dgm:pt modelId="{B7598C8F-BC07-458C-A5BC-C1CD7BBD6BF1}" type="parTrans" cxnId="{8425D48F-1367-419B-A84C-78D6B668610D}">
      <dgm:prSet/>
      <dgm:spPr/>
      <dgm:t>
        <a:bodyPr/>
        <a:lstStyle/>
        <a:p>
          <a:endParaRPr lang="en-US"/>
        </a:p>
      </dgm:t>
    </dgm:pt>
    <dgm:pt modelId="{9F7E8C2F-739E-4F90-A410-6A9695A17934}" type="sibTrans" cxnId="{8425D48F-1367-419B-A84C-78D6B668610D}">
      <dgm:prSet/>
      <dgm:spPr/>
      <dgm:t>
        <a:bodyPr/>
        <a:lstStyle/>
        <a:p>
          <a:endParaRPr lang="en-US"/>
        </a:p>
      </dgm:t>
    </dgm:pt>
    <dgm:pt modelId="{DF062C5E-E34C-4CEE-8DF0-A855580BA75B}">
      <dgm:prSet/>
      <dgm:spPr/>
      <dgm:t>
        <a:bodyPr/>
        <a:lstStyle/>
        <a:p>
          <a:r>
            <a:rPr lang="en-GB"/>
            <a:t>logic</a:t>
          </a:r>
          <a:endParaRPr lang="en-US"/>
        </a:p>
      </dgm:t>
    </dgm:pt>
    <dgm:pt modelId="{A16B0A4F-4DBE-4B32-B359-5AB0EFF5CA58}" type="parTrans" cxnId="{4253BE86-CEBE-46C2-8733-0464D35AFA74}">
      <dgm:prSet/>
      <dgm:spPr/>
      <dgm:t>
        <a:bodyPr/>
        <a:lstStyle/>
        <a:p>
          <a:endParaRPr lang="en-US"/>
        </a:p>
      </dgm:t>
    </dgm:pt>
    <dgm:pt modelId="{A204CF9C-D959-423A-A273-29642C3A3BBB}" type="sibTrans" cxnId="{4253BE86-CEBE-46C2-8733-0464D35AFA74}">
      <dgm:prSet/>
      <dgm:spPr/>
      <dgm:t>
        <a:bodyPr/>
        <a:lstStyle/>
        <a:p>
          <a:endParaRPr lang="en-US"/>
        </a:p>
      </dgm:t>
    </dgm:pt>
    <dgm:pt modelId="{04702496-39AD-486D-84C9-D5FA3A01856B}" type="pres">
      <dgm:prSet presAssocID="{A6EF2CFA-CBC3-41A5-9D04-BDB7F2426294}" presName="outerComposite" presStyleCnt="0">
        <dgm:presLayoutVars>
          <dgm:chMax val="5"/>
          <dgm:dir/>
          <dgm:resizeHandles val="exact"/>
        </dgm:presLayoutVars>
      </dgm:prSet>
      <dgm:spPr/>
    </dgm:pt>
    <dgm:pt modelId="{FADF3EB1-EE92-4113-81D8-A43C2AC702DE}" type="pres">
      <dgm:prSet presAssocID="{A6EF2CFA-CBC3-41A5-9D04-BDB7F2426294}" presName="dummyMaxCanvas" presStyleCnt="0">
        <dgm:presLayoutVars/>
      </dgm:prSet>
      <dgm:spPr/>
    </dgm:pt>
    <dgm:pt modelId="{EA6A2C6F-6769-471B-8FEC-63DAEFB5EA1D}" type="pres">
      <dgm:prSet presAssocID="{A6EF2CFA-CBC3-41A5-9D04-BDB7F2426294}" presName="FourNodes_1" presStyleLbl="node1" presStyleIdx="0" presStyleCnt="4">
        <dgm:presLayoutVars>
          <dgm:bulletEnabled val="1"/>
        </dgm:presLayoutVars>
      </dgm:prSet>
      <dgm:spPr/>
    </dgm:pt>
    <dgm:pt modelId="{EE8F56BB-BFA4-4A03-B663-ABC41D51C3C4}" type="pres">
      <dgm:prSet presAssocID="{A6EF2CFA-CBC3-41A5-9D04-BDB7F2426294}" presName="FourNodes_2" presStyleLbl="node1" presStyleIdx="1" presStyleCnt="4">
        <dgm:presLayoutVars>
          <dgm:bulletEnabled val="1"/>
        </dgm:presLayoutVars>
      </dgm:prSet>
      <dgm:spPr/>
    </dgm:pt>
    <dgm:pt modelId="{8172BF43-DF8B-430C-9151-6AF3D9981889}" type="pres">
      <dgm:prSet presAssocID="{A6EF2CFA-CBC3-41A5-9D04-BDB7F2426294}" presName="FourNodes_3" presStyleLbl="node1" presStyleIdx="2" presStyleCnt="4">
        <dgm:presLayoutVars>
          <dgm:bulletEnabled val="1"/>
        </dgm:presLayoutVars>
      </dgm:prSet>
      <dgm:spPr/>
    </dgm:pt>
    <dgm:pt modelId="{64639DCC-2D30-4FF3-BD45-0A0071423FF5}" type="pres">
      <dgm:prSet presAssocID="{A6EF2CFA-CBC3-41A5-9D04-BDB7F2426294}" presName="FourNodes_4" presStyleLbl="node1" presStyleIdx="3" presStyleCnt="4">
        <dgm:presLayoutVars>
          <dgm:bulletEnabled val="1"/>
        </dgm:presLayoutVars>
      </dgm:prSet>
      <dgm:spPr/>
    </dgm:pt>
    <dgm:pt modelId="{D7EB7D5C-5CF0-4C75-8C28-E1D9F357C25F}" type="pres">
      <dgm:prSet presAssocID="{A6EF2CFA-CBC3-41A5-9D04-BDB7F2426294}" presName="FourConn_1-2" presStyleLbl="fgAccFollowNode1" presStyleIdx="0" presStyleCnt="3">
        <dgm:presLayoutVars>
          <dgm:bulletEnabled val="1"/>
        </dgm:presLayoutVars>
      </dgm:prSet>
      <dgm:spPr/>
    </dgm:pt>
    <dgm:pt modelId="{7B11336B-07E7-400E-8AA8-D8488D11C506}" type="pres">
      <dgm:prSet presAssocID="{A6EF2CFA-CBC3-41A5-9D04-BDB7F2426294}" presName="FourConn_2-3" presStyleLbl="fgAccFollowNode1" presStyleIdx="1" presStyleCnt="3">
        <dgm:presLayoutVars>
          <dgm:bulletEnabled val="1"/>
        </dgm:presLayoutVars>
      </dgm:prSet>
      <dgm:spPr/>
    </dgm:pt>
    <dgm:pt modelId="{0E88C75B-8199-4CC1-BC52-0311B4E75F7A}" type="pres">
      <dgm:prSet presAssocID="{A6EF2CFA-CBC3-41A5-9D04-BDB7F2426294}" presName="FourConn_3-4" presStyleLbl="fgAccFollowNode1" presStyleIdx="2" presStyleCnt="3">
        <dgm:presLayoutVars>
          <dgm:bulletEnabled val="1"/>
        </dgm:presLayoutVars>
      </dgm:prSet>
      <dgm:spPr/>
    </dgm:pt>
    <dgm:pt modelId="{F660FF6E-DA8D-48EE-A3F1-E9BEB6C2AA72}" type="pres">
      <dgm:prSet presAssocID="{A6EF2CFA-CBC3-41A5-9D04-BDB7F2426294}" presName="FourNodes_1_text" presStyleLbl="node1" presStyleIdx="3" presStyleCnt="4">
        <dgm:presLayoutVars>
          <dgm:bulletEnabled val="1"/>
        </dgm:presLayoutVars>
      </dgm:prSet>
      <dgm:spPr/>
    </dgm:pt>
    <dgm:pt modelId="{64F043AD-DF74-400B-B457-04B81C940237}" type="pres">
      <dgm:prSet presAssocID="{A6EF2CFA-CBC3-41A5-9D04-BDB7F2426294}" presName="FourNodes_2_text" presStyleLbl="node1" presStyleIdx="3" presStyleCnt="4">
        <dgm:presLayoutVars>
          <dgm:bulletEnabled val="1"/>
        </dgm:presLayoutVars>
      </dgm:prSet>
      <dgm:spPr/>
    </dgm:pt>
    <dgm:pt modelId="{72F18274-297F-4B4E-A6BD-BC0593928D66}" type="pres">
      <dgm:prSet presAssocID="{A6EF2CFA-CBC3-41A5-9D04-BDB7F2426294}" presName="FourNodes_3_text" presStyleLbl="node1" presStyleIdx="3" presStyleCnt="4">
        <dgm:presLayoutVars>
          <dgm:bulletEnabled val="1"/>
        </dgm:presLayoutVars>
      </dgm:prSet>
      <dgm:spPr/>
    </dgm:pt>
    <dgm:pt modelId="{73F38E23-084E-4772-B7CF-1F1D722D37DA}" type="pres">
      <dgm:prSet presAssocID="{A6EF2CFA-CBC3-41A5-9D04-BDB7F242629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36B2F03-A09D-4EAE-8037-CF358E05C689}" type="presOf" srcId="{7A5A8ABC-187C-4E8A-9FDF-18658B6989BF}" destId="{F660FF6E-DA8D-48EE-A3F1-E9BEB6C2AA72}" srcOrd="1" destOrd="0" presId="urn:microsoft.com/office/officeart/2005/8/layout/vProcess5"/>
    <dgm:cxn modelId="{7F659E08-D2A1-4E03-B8CD-8EF10C86B5CA}" type="presOf" srcId="{DC5F87B0-BAAB-426F-B758-CD985717B939}" destId="{7B11336B-07E7-400E-8AA8-D8488D11C506}" srcOrd="0" destOrd="0" presId="urn:microsoft.com/office/officeart/2005/8/layout/vProcess5"/>
    <dgm:cxn modelId="{3BC93C16-E0D7-46DA-903C-56932407107A}" type="presOf" srcId="{8A588E08-1A44-4C69-ACDD-E6DEE5CD98FC}" destId="{D7EB7D5C-5CF0-4C75-8C28-E1D9F357C25F}" srcOrd="0" destOrd="0" presId="urn:microsoft.com/office/officeart/2005/8/layout/vProcess5"/>
    <dgm:cxn modelId="{0B4E6319-1E7A-4ED9-80E7-6EF39BE74B9E}" type="presOf" srcId="{9F7E8C2F-739E-4F90-A410-6A9695A17934}" destId="{0E88C75B-8199-4CC1-BC52-0311B4E75F7A}" srcOrd="0" destOrd="0" presId="urn:microsoft.com/office/officeart/2005/8/layout/vProcess5"/>
    <dgm:cxn modelId="{87CCAD26-072C-45D7-A089-B0F2D6A5FADD}" type="presOf" srcId="{2FFBC19D-9FA0-463E-988D-B5AA41EE75A3}" destId="{8172BF43-DF8B-430C-9151-6AF3D9981889}" srcOrd="0" destOrd="0" presId="urn:microsoft.com/office/officeart/2005/8/layout/vProcess5"/>
    <dgm:cxn modelId="{2A569433-ED70-47CE-895B-6107339860E2}" type="presOf" srcId="{9592639F-185F-4DF9-B038-39DCD801F320}" destId="{64F043AD-DF74-400B-B457-04B81C940237}" srcOrd="1" destOrd="0" presId="urn:microsoft.com/office/officeart/2005/8/layout/vProcess5"/>
    <dgm:cxn modelId="{31E25773-AA0F-45DC-9624-7B3A647A63CA}" type="presOf" srcId="{DF062C5E-E34C-4CEE-8DF0-A855580BA75B}" destId="{73F38E23-084E-4772-B7CF-1F1D722D37DA}" srcOrd="1" destOrd="0" presId="urn:microsoft.com/office/officeart/2005/8/layout/vProcess5"/>
    <dgm:cxn modelId="{4253BE86-CEBE-46C2-8733-0464D35AFA74}" srcId="{A6EF2CFA-CBC3-41A5-9D04-BDB7F2426294}" destId="{DF062C5E-E34C-4CEE-8DF0-A855580BA75B}" srcOrd="3" destOrd="0" parTransId="{A16B0A4F-4DBE-4B32-B359-5AB0EFF5CA58}" sibTransId="{A204CF9C-D959-423A-A273-29642C3A3BBB}"/>
    <dgm:cxn modelId="{8425D48F-1367-419B-A84C-78D6B668610D}" srcId="{A6EF2CFA-CBC3-41A5-9D04-BDB7F2426294}" destId="{2FFBC19D-9FA0-463E-988D-B5AA41EE75A3}" srcOrd="2" destOrd="0" parTransId="{B7598C8F-BC07-458C-A5BC-C1CD7BBD6BF1}" sibTransId="{9F7E8C2F-739E-4F90-A410-6A9695A17934}"/>
    <dgm:cxn modelId="{141857AC-E89B-4009-9DF0-E06499097053}" srcId="{A6EF2CFA-CBC3-41A5-9D04-BDB7F2426294}" destId="{9592639F-185F-4DF9-B038-39DCD801F320}" srcOrd="1" destOrd="0" parTransId="{7C64B388-3C1A-46E0-893D-C3AFAF8F3474}" sibTransId="{DC5F87B0-BAAB-426F-B758-CD985717B939}"/>
    <dgm:cxn modelId="{FAA322AD-C306-43FA-AB11-B0641029B3F8}" type="presOf" srcId="{2FFBC19D-9FA0-463E-988D-B5AA41EE75A3}" destId="{72F18274-297F-4B4E-A6BD-BC0593928D66}" srcOrd="1" destOrd="0" presId="urn:microsoft.com/office/officeart/2005/8/layout/vProcess5"/>
    <dgm:cxn modelId="{BB6CDCAF-829A-473F-86D7-DDB632566293}" type="presOf" srcId="{9592639F-185F-4DF9-B038-39DCD801F320}" destId="{EE8F56BB-BFA4-4A03-B663-ABC41D51C3C4}" srcOrd="0" destOrd="0" presId="urn:microsoft.com/office/officeart/2005/8/layout/vProcess5"/>
    <dgm:cxn modelId="{CA9727BC-CD3C-44EC-9A8B-C8DDAA4F8496}" type="presOf" srcId="{A6EF2CFA-CBC3-41A5-9D04-BDB7F2426294}" destId="{04702496-39AD-486D-84C9-D5FA3A01856B}" srcOrd="0" destOrd="0" presId="urn:microsoft.com/office/officeart/2005/8/layout/vProcess5"/>
    <dgm:cxn modelId="{C5A49CBF-B748-45F7-AEB8-1EFF63337A9E}" type="presOf" srcId="{DF062C5E-E34C-4CEE-8DF0-A855580BA75B}" destId="{64639DCC-2D30-4FF3-BD45-0A0071423FF5}" srcOrd="0" destOrd="0" presId="urn:microsoft.com/office/officeart/2005/8/layout/vProcess5"/>
    <dgm:cxn modelId="{A19924E2-9F61-4125-9CB0-BEEC799192A3}" type="presOf" srcId="{7A5A8ABC-187C-4E8A-9FDF-18658B6989BF}" destId="{EA6A2C6F-6769-471B-8FEC-63DAEFB5EA1D}" srcOrd="0" destOrd="0" presId="urn:microsoft.com/office/officeart/2005/8/layout/vProcess5"/>
    <dgm:cxn modelId="{C5B308E7-305D-451C-A4D4-1F113E118337}" srcId="{A6EF2CFA-CBC3-41A5-9D04-BDB7F2426294}" destId="{7A5A8ABC-187C-4E8A-9FDF-18658B6989BF}" srcOrd="0" destOrd="0" parTransId="{D18440E1-A084-4C2D-8E1B-4392D14DA892}" sibTransId="{8A588E08-1A44-4C69-ACDD-E6DEE5CD98FC}"/>
    <dgm:cxn modelId="{393C7133-BE59-41C7-8D90-7B6BC159D550}" type="presParOf" srcId="{04702496-39AD-486D-84C9-D5FA3A01856B}" destId="{FADF3EB1-EE92-4113-81D8-A43C2AC702DE}" srcOrd="0" destOrd="0" presId="urn:microsoft.com/office/officeart/2005/8/layout/vProcess5"/>
    <dgm:cxn modelId="{ADC36DF1-5F59-448C-B1A2-609A3EB08BF4}" type="presParOf" srcId="{04702496-39AD-486D-84C9-D5FA3A01856B}" destId="{EA6A2C6F-6769-471B-8FEC-63DAEFB5EA1D}" srcOrd="1" destOrd="0" presId="urn:microsoft.com/office/officeart/2005/8/layout/vProcess5"/>
    <dgm:cxn modelId="{A7D09CC6-F759-42EC-822E-E2A92242EB8F}" type="presParOf" srcId="{04702496-39AD-486D-84C9-D5FA3A01856B}" destId="{EE8F56BB-BFA4-4A03-B663-ABC41D51C3C4}" srcOrd="2" destOrd="0" presId="urn:microsoft.com/office/officeart/2005/8/layout/vProcess5"/>
    <dgm:cxn modelId="{7AADAD72-EDE3-45EE-9A3D-D06D2A38B312}" type="presParOf" srcId="{04702496-39AD-486D-84C9-D5FA3A01856B}" destId="{8172BF43-DF8B-430C-9151-6AF3D9981889}" srcOrd="3" destOrd="0" presId="urn:microsoft.com/office/officeart/2005/8/layout/vProcess5"/>
    <dgm:cxn modelId="{2C284B9E-7D44-4EC3-A6AF-C2AD505C9F5B}" type="presParOf" srcId="{04702496-39AD-486D-84C9-D5FA3A01856B}" destId="{64639DCC-2D30-4FF3-BD45-0A0071423FF5}" srcOrd="4" destOrd="0" presId="urn:microsoft.com/office/officeart/2005/8/layout/vProcess5"/>
    <dgm:cxn modelId="{079FA2A1-C4AF-463E-BFF0-EFB9FFC6DDCA}" type="presParOf" srcId="{04702496-39AD-486D-84C9-D5FA3A01856B}" destId="{D7EB7D5C-5CF0-4C75-8C28-E1D9F357C25F}" srcOrd="5" destOrd="0" presId="urn:microsoft.com/office/officeart/2005/8/layout/vProcess5"/>
    <dgm:cxn modelId="{78FE9CD1-5C18-4AB0-8AC4-CAC6409BF8F0}" type="presParOf" srcId="{04702496-39AD-486D-84C9-D5FA3A01856B}" destId="{7B11336B-07E7-400E-8AA8-D8488D11C506}" srcOrd="6" destOrd="0" presId="urn:microsoft.com/office/officeart/2005/8/layout/vProcess5"/>
    <dgm:cxn modelId="{7B32201A-8B2C-46A2-B101-AF8E4B42EB27}" type="presParOf" srcId="{04702496-39AD-486D-84C9-D5FA3A01856B}" destId="{0E88C75B-8199-4CC1-BC52-0311B4E75F7A}" srcOrd="7" destOrd="0" presId="urn:microsoft.com/office/officeart/2005/8/layout/vProcess5"/>
    <dgm:cxn modelId="{64CC9275-6E96-4CED-B6B6-968A58107664}" type="presParOf" srcId="{04702496-39AD-486D-84C9-D5FA3A01856B}" destId="{F660FF6E-DA8D-48EE-A3F1-E9BEB6C2AA72}" srcOrd="8" destOrd="0" presId="urn:microsoft.com/office/officeart/2005/8/layout/vProcess5"/>
    <dgm:cxn modelId="{5A500875-2710-4003-B479-4CDB7EF5D72D}" type="presParOf" srcId="{04702496-39AD-486D-84C9-D5FA3A01856B}" destId="{64F043AD-DF74-400B-B457-04B81C940237}" srcOrd="9" destOrd="0" presId="urn:microsoft.com/office/officeart/2005/8/layout/vProcess5"/>
    <dgm:cxn modelId="{A83615F7-2815-4A67-A3CC-23709B655DBD}" type="presParOf" srcId="{04702496-39AD-486D-84C9-D5FA3A01856B}" destId="{72F18274-297F-4B4E-A6BD-BC0593928D66}" srcOrd="10" destOrd="0" presId="urn:microsoft.com/office/officeart/2005/8/layout/vProcess5"/>
    <dgm:cxn modelId="{84E0D641-12AC-4BFD-A1E3-E5BBB93BE43B}" type="presParOf" srcId="{04702496-39AD-486D-84C9-D5FA3A01856B}" destId="{73F38E23-084E-4772-B7CF-1F1D722D37D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FD9081-5F81-433C-82A5-E99C3EE34AAE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80E3BD-D073-41FD-9662-890A03BD2934}">
      <dgm:prSet/>
      <dgm:spPr/>
      <dgm:t>
        <a:bodyPr/>
        <a:lstStyle/>
        <a:p>
          <a:r>
            <a:rPr lang="en-GB" b="1"/>
            <a:t>If elif </a:t>
          </a:r>
          <a:endParaRPr lang="en-US"/>
        </a:p>
      </dgm:t>
    </dgm:pt>
    <dgm:pt modelId="{311D4C56-3A9A-4AAD-B819-6D66F629AEB2}" type="parTrans" cxnId="{60AC0553-F054-4B7B-9462-C67E3699A982}">
      <dgm:prSet/>
      <dgm:spPr/>
      <dgm:t>
        <a:bodyPr/>
        <a:lstStyle/>
        <a:p>
          <a:endParaRPr lang="en-US"/>
        </a:p>
      </dgm:t>
    </dgm:pt>
    <dgm:pt modelId="{7779EF04-BFE5-4225-815B-A45F8D5B25C1}" type="sibTrans" cxnId="{60AC0553-F054-4B7B-9462-C67E3699A982}">
      <dgm:prSet/>
      <dgm:spPr/>
      <dgm:t>
        <a:bodyPr/>
        <a:lstStyle/>
        <a:p>
          <a:endParaRPr lang="en-US"/>
        </a:p>
      </dgm:t>
    </dgm:pt>
    <dgm:pt modelId="{2C499751-B5F2-41F8-B80B-0D20682A6A8E}">
      <dgm:prSet/>
      <dgm:spPr/>
      <dgm:t>
        <a:bodyPr/>
        <a:lstStyle/>
        <a:p>
          <a:r>
            <a:rPr lang="en-GB" b="1"/>
            <a:t>If  else </a:t>
          </a:r>
          <a:endParaRPr lang="en-US"/>
        </a:p>
      </dgm:t>
    </dgm:pt>
    <dgm:pt modelId="{BD9BFF46-44F9-4C84-AA3E-3F9545E96E15}" type="parTrans" cxnId="{0079FF01-0062-4D76-8561-993D93BEAB1B}">
      <dgm:prSet/>
      <dgm:spPr/>
      <dgm:t>
        <a:bodyPr/>
        <a:lstStyle/>
        <a:p>
          <a:endParaRPr lang="en-US"/>
        </a:p>
      </dgm:t>
    </dgm:pt>
    <dgm:pt modelId="{F816A5E7-ABF4-48D8-8BFE-37312BB6B1F8}" type="sibTrans" cxnId="{0079FF01-0062-4D76-8561-993D93BEAB1B}">
      <dgm:prSet/>
      <dgm:spPr/>
      <dgm:t>
        <a:bodyPr/>
        <a:lstStyle/>
        <a:p>
          <a:endParaRPr lang="en-US"/>
        </a:p>
      </dgm:t>
    </dgm:pt>
    <dgm:pt modelId="{6CCC9003-E2D3-4CCE-AEFD-2A036E5233E3}">
      <dgm:prSet/>
      <dgm:spPr/>
      <dgm:t>
        <a:bodyPr/>
        <a:lstStyle/>
        <a:p>
          <a:r>
            <a:rPr lang="en-GB" b="1" dirty="0"/>
            <a:t>nested conditions</a:t>
          </a:r>
          <a:endParaRPr lang="en-US" dirty="0"/>
        </a:p>
      </dgm:t>
    </dgm:pt>
    <dgm:pt modelId="{7DB99DC2-A5EC-4E0E-9350-98B86AFC4F24}" type="parTrans" cxnId="{018486D9-BE4C-4C08-9033-99E07A99C0F6}">
      <dgm:prSet/>
      <dgm:spPr/>
      <dgm:t>
        <a:bodyPr/>
        <a:lstStyle/>
        <a:p>
          <a:endParaRPr lang="en-US"/>
        </a:p>
      </dgm:t>
    </dgm:pt>
    <dgm:pt modelId="{B5288D05-EF95-4366-A098-640D3374D28D}" type="sibTrans" cxnId="{018486D9-BE4C-4C08-9033-99E07A99C0F6}">
      <dgm:prSet/>
      <dgm:spPr/>
      <dgm:t>
        <a:bodyPr/>
        <a:lstStyle/>
        <a:p>
          <a:endParaRPr lang="en-US"/>
        </a:p>
      </dgm:t>
    </dgm:pt>
    <dgm:pt modelId="{D1100B78-ACDC-426C-A45C-5C1E9B5CA036}" type="pres">
      <dgm:prSet presAssocID="{7AFD9081-5F81-433C-82A5-E99C3EE34AA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3A17122-99DF-4AD3-BC24-BF5F783D5C24}" type="pres">
      <dgm:prSet presAssocID="{7880E3BD-D073-41FD-9662-890A03BD2934}" presName="root" presStyleCnt="0"/>
      <dgm:spPr/>
    </dgm:pt>
    <dgm:pt modelId="{18F8C62F-20F5-40D0-B9BE-D490F0D3A89C}" type="pres">
      <dgm:prSet presAssocID="{7880E3BD-D073-41FD-9662-890A03BD2934}" presName="rootComposite" presStyleCnt="0"/>
      <dgm:spPr/>
    </dgm:pt>
    <dgm:pt modelId="{26D56183-A96A-40E7-9E0C-CA2C501CBEDD}" type="pres">
      <dgm:prSet presAssocID="{7880E3BD-D073-41FD-9662-890A03BD2934}" presName="rootText" presStyleLbl="node1" presStyleIdx="0" presStyleCnt="3"/>
      <dgm:spPr/>
    </dgm:pt>
    <dgm:pt modelId="{FBFEE6B3-65F6-4AC0-A9E1-2581B32CE343}" type="pres">
      <dgm:prSet presAssocID="{7880E3BD-D073-41FD-9662-890A03BD2934}" presName="rootConnector" presStyleLbl="node1" presStyleIdx="0" presStyleCnt="3"/>
      <dgm:spPr/>
    </dgm:pt>
    <dgm:pt modelId="{A36E93E3-16B5-4DA1-8DFA-B32EEF2F2E5B}" type="pres">
      <dgm:prSet presAssocID="{7880E3BD-D073-41FD-9662-890A03BD2934}" presName="childShape" presStyleCnt="0"/>
      <dgm:spPr/>
    </dgm:pt>
    <dgm:pt modelId="{5DC431ED-8458-466E-924F-514E68DA23EC}" type="pres">
      <dgm:prSet presAssocID="{2C499751-B5F2-41F8-B80B-0D20682A6A8E}" presName="root" presStyleCnt="0"/>
      <dgm:spPr/>
    </dgm:pt>
    <dgm:pt modelId="{90510E81-BFFF-49E0-A693-4B0ADD34E199}" type="pres">
      <dgm:prSet presAssocID="{2C499751-B5F2-41F8-B80B-0D20682A6A8E}" presName="rootComposite" presStyleCnt="0"/>
      <dgm:spPr/>
    </dgm:pt>
    <dgm:pt modelId="{46315FFB-AE7C-4508-A8E4-22E0920AB9C3}" type="pres">
      <dgm:prSet presAssocID="{2C499751-B5F2-41F8-B80B-0D20682A6A8E}" presName="rootText" presStyleLbl="node1" presStyleIdx="1" presStyleCnt="3"/>
      <dgm:spPr/>
    </dgm:pt>
    <dgm:pt modelId="{CCED5AA5-C56E-41F3-A541-B43FB4E454BF}" type="pres">
      <dgm:prSet presAssocID="{2C499751-B5F2-41F8-B80B-0D20682A6A8E}" presName="rootConnector" presStyleLbl="node1" presStyleIdx="1" presStyleCnt="3"/>
      <dgm:spPr/>
    </dgm:pt>
    <dgm:pt modelId="{910EBF97-2B82-4093-AAB7-830A1697A3CB}" type="pres">
      <dgm:prSet presAssocID="{2C499751-B5F2-41F8-B80B-0D20682A6A8E}" presName="childShape" presStyleCnt="0"/>
      <dgm:spPr/>
    </dgm:pt>
    <dgm:pt modelId="{342AD9B2-119E-4388-8BA0-71031C90E9A2}" type="pres">
      <dgm:prSet presAssocID="{6CCC9003-E2D3-4CCE-AEFD-2A036E5233E3}" presName="root" presStyleCnt="0"/>
      <dgm:spPr/>
    </dgm:pt>
    <dgm:pt modelId="{5448D1DE-BECE-4A13-8619-C2AD4A3139D5}" type="pres">
      <dgm:prSet presAssocID="{6CCC9003-E2D3-4CCE-AEFD-2A036E5233E3}" presName="rootComposite" presStyleCnt="0"/>
      <dgm:spPr/>
    </dgm:pt>
    <dgm:pt modelId="{34691AA2-8663-4106-8813-0C5CCC72380E}" type="pres">
      <dgm:prSet presAssocID="{6CCC9003-E2D3-4CCE-AEFD-2A036E5233E3}" presName="rootText" presStyleLbl="node1" presStyleIdx="2" presStyleCnt="3"/>
      <dgm:spPr/>
    </dgm:pt>
    <dgm:pt modelId="{E9D98C9B-D4E7-4086-946F-852C8E3F300B}" type="pres">
      <dgm:prSet presAssocID="{6CCC9003-E2D3-4CCE-AEFD-2A036E5233E3}" presName="rootConnector" presStyleLbl="node1" presStyleIdx="2" presStyleCnt="3"/>
      <dgm:spPr/>
    </dgm:pt>
    <dgm:pt modelId="{ED6DCF30-68EC-436F-97D6-BF069E44FFA9}" type="pres">
      <dgm:prSet presAssocID="{6CCC9003-E2D3-4CCE-AEFD-2A036E5233E3}" presName="childShape" presStyleCnt="0"/>
      <dgm:spPr/>
    </dgm:pt>
  </dgm:ptLst>
  <dgm:cxnLst>
    <dgm:cxn modelId="{0079FF01-0062-4D76-8561-993D93BEAB1B}" srcId="{7AFD9081-5F81-433C-82A5-E99C3EE34AAE}" destId="{2C499751-B5F2-41F8-B80B-0D20682A6A8E}" srcOrd="1" destOrd="0" parTransId="{BD9BFF46-44F9-4C84-AA3E-3F9545E96E15}" sibTransId="{F816A5E7-ABF4-48D8-8BFE-37312BB6B1F8}"/>
    <dgm:cxn modelId="{B1DDC45F-B8FD-48D8-894A-A46CD7F42074}" type="presOf" srcId="{7880E3BD-D073-41FD-9662-890A03BD2934}" destId="{26D56183-A96A-40E7-9E0C-CA2C501CBEDD}" srcOrd="0" destOrd="0" presId="urn:microsoft.com/office/officeart/2005/8/layout/hierarchy3"/>
    <dgm:cxn modelId="{1D34DF4C-3E80-4279-A6AD-35E336EF2110}" type="presOf" srcId="{2C499751-B5F2-41F8-B80B-0D20682A6A8E}" destId="{46315FFB-AE7C-4508-A8E4-22E0920AB9C3}" srcOrd="0" destOrd="0" presId="urn:microsoft.com/office/officeart/2005/8/layout/hierarchy3"/>
    <dgm:cxn modelId="{A36F8A4D-38F3-46DC-BE36-1F51E2300D2D}" type="presOf" srcId="{6CCC9003-E2D3-4CCE-AEFD-2A036E5233E3}" destId="{E9D98C9B-D4E7-4086-946F-852C8E3F300B}" srcOrd="1" destOrd="0" presId="urn:microsoft.com/office/officeart/2005/8/layout/hierarchy3"/>
    <dgm:cxn modelId="{60AC0553-F054-4B7B-9462-C67E3699A982}" srcId="{7AFD9081-5F81-433C-82A5-E99C3EE34AAE}" destId="{7880E3BD-D073-41FD-9662-890A03BD2934}" srcOrd="0" destOrd="0" parTransId="{311D4C56-3A9A-4AAD-B819-6D66F629AEB2}" sibTransId="{7779EF04-BFE5-4225-815B-A45F8D5B25C1}"/>
    <dgm:cxn modelId="{E2BF4789-0E0A-4D54-86CC-517406555C89}" type="presOf" srcId="{7880E3BD-D073-41FD-9662-890A03BD2934}" destId="{FBFEE6B3-65F6-4AC0-A9E1-2581B32CE343}" srcOrd="1" destOrd="0" presId="urn:microsoft.com/office/officeart/2005/8/layout/hierarchy3"/>
    <dgm:cxn modelId="{D79A2A94-E972-4EA9-86C4-E648298AEA4D}" type="presOf" srcId="{2C499751-B5F2-41F8-B80B-0D20682A6A8E}" destId="{CCED5AA5-C56E-41F3-A541-B43FB4E454BF}" srcOrd="1" destOrd="0" presId="urn:microsoft.com/office/officeart/2005/8/layout/hierarchy3"/>
    <dgm:cxn modelId="{70BB2AA1-9958-494A-A591-F0EA54DBAC02}" type="presOf" srcId="{7AFD9081-5F81-433C-82A5-E99C3EE34AAE}" destId="{D1100B78-ACDC-426C-A45C-5C1E9B5CA036}" srcOrd="0" destOrd="0" presId="urn:microsoft.com/office/officeart/2005/8/layout/hierarchy3"/>
    <dgm:cxn modelId="{650DA0D3-EB87-426D-A5CC-9504E7CA6991}" type="presOf" srcId="{6CCC9003-E2D3-4CCE-AEFD-2A036E5233E3}" destId="{34691AA2-8663-4106-8813-0C5CCC72380E}" srcOrd="0" destOrd="0" presId="urn:microsoft.com/office/officeart/2005/8/layout/hierarchy3"/>
    <dgm:cxn modelId="{018486D9-BE4C-4C08-9033-99E07A99C0F6}" srcId="{7AFD9081-5F81-433C-82A5-E99C3EE34AAE}" destId="{6CCC9003-E2D3-4CCE-AEFD-2A036E5233E3}" srcOrd="2" destOrd="0" parTransId="{7DB99DC2-A5EC-4E0E-9350-98B86AFC4F24}" sibTransId="{B5288D05-EF95-4366-A098-640D3374D28D}"/>
    <dgm:cxn modelId="{C7F39015-3D7F-4690-A0F0-E9295077595D}" type="presParOf" srcId="{D1100B78-ACDC-426C-A45C-5C1E9B5CA036}" destId="{E3A17122-99DF-4AD3-BC24-BF5F783D5C24}" srcOrd="0" destOrd="0" presId="urn:microsoft.com/office/officeart/2005/8/layout/hierarchy3"/>
    <dgm:cxn modelId="{014AA4F7-B03C-4CA1-921D-4D264F576E5F}" type="presParOf" srcId="{E3A17122-99DF-4AD3-BC24-BF5F783D5C24}" destId="{18F8C62F-20F5-40D0-B9BE-D490F0D3A89C}" srcOrd="0" destOrd="0" presId="urn:microsoft.com/office/officeart/2005/8/layout/hierarchy3"/>
    <dgm:cxn modelId="{6CA3C8CB-1171-4ECB-860E-729BF9078CCE}" type="presParOf" srcId="{18F8C62F-20F5-40D0-B9BE-D490F0D3A89C}" destId="{26D56183-A96A-40E7-9E0C-CA2C501CBEDD}" srcOrd="0" destOrd="0" presId="urn:microsoft.com/office/officeart/2005/8/layout/hierarchy3"/>
    <dgm:cxn modelId="{A745C36F-877D-4829-A3D5-4EBCD4CBC79B}" type="presParOf" srcId="{18F8C62F-20F5-40D0-B9BE-D490F0D3A89C}" destId="{FBFEE6B3-65F6-4AC0-A9E1-2581B32CE343}" srcOrd="1" destOrd="0" presId="urn:microsoft.com/office/officeart/2005/8/layout/hierarchy3"/>
    <dgm:cxn modelId="{CEBEA286-DAC9-4A4C-A67F-44089534027D}" type="presParOf" srcId="{E3A17122-99DF-4AD3-BC24-BF5F783D5C24}" destId="{A36E93E3-16B5-4DA1-8DFA-B32EEF2F2E5B}" srcOrd="1" destOrd="0" presId="urn:microsoft.com/office/officeart/2005/8/layout/hierarchy3"/>
    <dgm:cxn modelId="{731C289C-5917-4D26-B6EC-0DEBC8BBF6F2}" type="presParOf" srcId="{D1100B78-ACDC-426C-A45C-5C1E9B5CA036}" destId="{5DC431ED-8458-466E-924F-514E68DA23EC}" srcOrd="1" destOrd="0" presId="urn:microsoft.com/office/officeart/2005/8/layout/hierarchy3"/>
    <dgm:cxn modelId="{893A9C06-81A1-4BC6-ACB0-197CF35E6D51}" type="presParOf" srcId="{5DC431ED-8458-466E-924F-514E68DA23EC}" destId="{90510E81-BFFF-49E0-A693-4B0ADD34E199}" srcOrd="0" destOrd="0" presId="urn:microsoft.com/office/officeart/2005/8/layout/hierarchy3"/>
    <dgm:cxn modelId="{5A77AA78-A81B-4BC8-90CA-E960E2E6D5F3}" type="presParOf" srcId="{90510E81-BFFF-49E0-A693-4B0ADD34E199}" destId="{46315FFB-AE7C-4508-A8E4-22E0920AB9C3}" srcOrd="0" destOrd="0" presId="urn:microsoft.com/office/officeart/2005/8/layout/hierarchy3"/>
    <dgm:cxn modelId="{1EFDC5D2-7197-443C-B79C-DBB29A20BA88}" type="presParOf" srcId="{90510E81-BFFF-49E0-A693-4B0ADD34E199}" destId="{CCED5AA5-C56E-41F3-A541-B43FB4E454BF}" srcOrd="1" destOrd="0" presId="urn:microsoft.com/office/officeart/2005/8/layout/hierarchy3"/>
    <dgm:cxn modelId="{439B9CFC-5BFA-4343-B0ED-51D666E4879A}" type="presParOf" srcId="{5DC431ED-8458-466E-924F-514E68DA23EC}" destId="{910EBF97-2B82-4093-AAB7-830A1697A3CB}" srcOrd="1" destOrd="0" presId="urn:microsoft.com/office/officeart/2005/8/layout/hierarchy3"/>
    <dgm:cxn modelId="{A399018A-D340-4A55-83FD-D434D1AD729D}" type="presParOf" srcId="{D1100B78-ACDC-426C-A45C-5C1E9B5CA036}" destId="{342AD9B2-119E-4388-8BA0-71031C90E9A2}" srcOrd="2" destOrd="0" presId="urn:microsoft.com/office/officeart/2005/8/layout/hierarchy3"/>
    <dgm:cxn modelId="{643E546F-91CD-499E-89DB-303C93535310}" type="presParOf" srcId="{342AD9B2-119E-4388-8BA0-71031C90E9A2}" destId="{5448D1DE-BECE-4A13-8619-C2AD4A3139D5}" srcOrd="0" destOrd="0" presId="urn:microsoft.com/office/officeart/2005/8/layout/hierarchy3"/>
    <dgm:cxn modelId="{420DFD76-B68B-4DCC-90A6-5E41D193E28B}" type="presParOf" srcId="{5448D1DE-BECE-4A13-8619-C2AD4A3139D5}" destId="{34691AA2-8663-4106-8813-0C5CCC72380E}" srcOrd="0" destOrd="0" presId="urn:microsoft.com/office/officeart/2005/8/layout/hierarchy3"/>
    <dgm:cxn modelId="{27C48659-CEFD-4C07-8A87-3E63CD82CBFB}" type="presParOf" srcId="{5448D1DE-BECE-4A13-8619-C2AD4A3139D5}" destId="{E9D98C9B-D4E7-4086-946F-852C8E3F300B}" srcOrd="1" destOrd="0" presId="urn:microsoft.com/office/officeart/2005/8/layout/hierarchy3"/>
    <dgm:cxn modelId="{68A8FDFC-4F9C-49A7-9EB7-9D35D680F541}" type="presParOf" srcId="{342AD9B2-119E-4388-8BA0-71031C90E9A2}" destId="{ED6DCF30-68EC-436F-97D6-BF069E44FFA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4A2580-4D58-460B-BBDB-5E917B7E71CE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7AD2513-D7C5-4D97-8469-A46304182B16}">
      <dgm:prSet/>
      <dgm:spPr/>
      <dgm:t>
        <a:bodyPr/>
        <a:lstStyle/>
        <a:p>
          <a:r>
            <a:rPr lang="en-GB" b="1" dirty="0"/>
            <a:t>Exercise 1:</a:t>
          </a:r>
        </a:p>
        <a:p>
          <a:r>
            <a:rPr lang="en-GB" b="1" dirty="0"/>
            <a:t> Even or Odd</a:t>
          </a:r>
          <a:endParaRPr lang="en-US" dirty="0"/>
        </a:p>
      </dgm:t>
    </dgm:pt>
    <dgm:pt modelId="{DD9516FC-B886-47C4-ACDF-7C982427A740}" type="parTrans" cxnId="{A98BA3AB-A69C-4FB9-BE78-DEA2600831EF}">
      <dgm:prSet/>
      <dgm:spPr/>
      <dgm:t>
        <a:bodyPr/>
        <a:lstStyle/>
        <a:p>
          <a:endParaRPr lang="en-US"/>
        </a:p>
      </dgm:t>
    </dgm:pt>
    <dgm:pt modelId="{EEFC8051-B520-4A6C-AA4A-12EA7C865B18}" type="sibTrans" cxnId="{A98BA3AB-A69C-4FB9-BE78-DEA2600831EF}">
      <dgm:prSet/>
      <dgm:spPr/>
      <dgm:t>
        <a:bodyPr/>
        <a:lstStyle/>
        <a:p>
          <a:endParaRPr lang="en-US"/>
        </a:p>
      </dgm:t>
    </dgm:pt>
    <dgm:pt modelId="{E2D3DB1F-E881-4B92-9216-A0136B4C0790}">
      <dgm:prSet/>
      <dgm:spPr/>
      <dgm:t>
        <a:bodyPr/>
        <a:lstStyle/>
        <a:p>
          <a:r>
            <a:rPr lang="en-GB"/>
            <a:t>Write a program that:</a:t>
          </a:r>
          <a:endParaRPr lang="en-US"/>
        </a:p>
      </dgm:t>
    </dgm:pt>
    <dgm:pt modelId="{408E447A-E2E0-486C-876B-4D187419BAEB}" type="parTrans" cxnId="{1E29DB47-8A33-48D3-8CE6-11FB652A12AF}">
      <dgm:prSet/>
      <dgm:spPr/>
      <dgm:t>
        <a:bodyPr/>
        <a:lstStyle/>
        <a:p>
          <a:endParaRPr lang="en-US"/>
        </a:p>
      </dgm:t>
    </dgm:pt>
    <dgm:pt modelId="{B4CC59FB-05C1-4399-B6C1-14D93739F4FA}" type="sibTrans" cxnId="{1E29DB47-8A33-48D3-8CE6-11FB652A12AF}">
      <dgm:prSet/>
      <dgm:spPr/>
      <dgm:t>
        <a:bodyPr/>
        <a:lstStyle/>
        <a:p>
          <a:endParaRPr lang="en-US"/>
        </a:p>
      </dgm:t>
    </dgm:pt>
    <dgm:pt modelId="{C34DD831-F7F1-40E3-85C4-E86ADB849360}">
      <dgm:prSet/>
      <dgm:spPr/>
      <dgm:t>
        <a:bodyPr/>
        <a:lstStyle/>
        <a:p>
          <a:r>
            <a:rPr lang="en-GB"/>
            <a:t>Asks for a number</a:t>
          </a:r>
          <a:endParaRPr lang="en-US"/>
        </a:p>
      </dgm:t>
    </dgm:pt>
    <dgm:pt modelId="{937351E1-0D05-4172-A321-632DB4063573}" type="parTrans" cxnId="{C251AADA-5FF3-47A1-AD8C-FA70F866290C}">
      <dgm:prSet/>
      <dgm:spPr/>
      <dgm:t>
        <a:bodyPr/>
        <a:lstStyle/>
        <a:p>
          <a:endParaRPr lang="en-US"/>
        </a:p>
      </dgm:t>
    </dgm:pt>
    <dgm:pt modelId="{9A98B73B-BA22-422C-A40D-4C33CF1E8EC2}" type="sibTrans" cxnId="{C251AADA-5FF3-47A1-AD8C-FA70F866290C}">
      <dgm:prSet/>
      <dgm:spPr/>
      <dgm:t>
        <a:bodyPr/>
        <a:lstStyle/>
        <a:p>
          <a:endParaRPr lang="en-US"/>
        </a:p>
      </dgm:t>
    </dgm:pt>
    <dgm:pt modelId="{8CF3FD31-2C80-4855-96A6-2323E554FF3D}">
      <dgm:prSet/>
      <dgm:spPr/>
      <dgm:t>
        <a:bodyPr/>
        <a:lstStyle/>
        <a:p>
          <a:r>
            <a:rPr lang="en-GB"/>
            <a:t>Prints whether it is even or odd</a:t>
          </a:r>
          <a:endParaRPr lang="en-US"/>
        </a:p>
      </dgm:t>
    </dgm:pt>
    <dgm:pt modelId="{2732F9CB-8319-4655-A1AB-842EA858B58A}" type="parTrans" cxnId="{8C8E728F-AA2D-44DC-BEC0-21660B946B5A}">
      <dgm:prSet/>
      <dgm:spPr/>
      <dgm:t>
        <a:bodyPr/>
        <a:lstStyle/>
        <a:p>
          <a:endParaRPr lang="en-US"/>
        </a:p>
      </dgm:t>
    </dgm:pt>
    <dgm:pt modelId="{FE85A867-6CEC-4542-B076-30258C044B59}" type="sibTrans" cxnId="{8C8E728F-AA2D-44DC-BEC0-21660B946B5A}">
      <dgm:prSet/>
      <dgm:spPr/>
      <dgm:t>
        <a:bodyPr/>
        <a:lstStyle/>
        <a:p>
          <a:endParaRPr lang="en-US"/>
        </a:p>
      </dgm:t>
    </dgm:pt>
    <dgm:pt modelId="{8E568919-8F71-4FF3-8B31-16002B26B9A4}" type="pres">
      <dgm:prSet presAssocID="{6C4A2580-4D58-460B-BBDB-5E917B7E71CE}" presName="Name0" presStyleCnt="0">
        <dgm:presLayoutVars>
          <dgm:dir/>
          <dgm:animLvl val="lvl"/>
          <dgm:resizeHandles val="exact"/>
        </dgm:presLayoutVars>
      </dgm:prSet>
      <dgm:spPr/>
    </dgm:pt>
    <dgm:pt modelId="{76B01624-92AF-49FE-9E3F-FB2A7EF77DBC}" type="pres">
      <dgm:prSet presAssocID="{F7AD2513-D7C5-4D97-8469-A46304182B16}" presName="composite" presStyleCnt="0"/>
      <dgm:spPr/>
    </dgm:pt>
    <dgm:pt modelId="{116AD90E-6971-4134-9D5D-AB31F988A4B5}" type="pres">
      <dgm:prSet presAssocID="{F7AD2513-D7C5-4D97-8469-A46304182B16}" presName="parTx" presStyleLbl="alignNode1" presStyleIdx="0" presStyleCnt="2" custLinFactNeighborX="-1" custLinFactNeighborY="-932">
        <dgm:presLayoutVars>
          <dgm:chMax val="0"/>
          <dgm:chPref val="0"/>
          <dgm:bulletEnabled val="1"/>
        </dgm:presLayoutVars>
      </dgm:prSet>
      <dgm:spPr/>
    </dgm:pt>
    <dgm:pt modelId="{92B3891D-C9F7-4154-9B3F-5F1C24E1ED9D}" type="pres">
      <dgm:prSet presAssocID="{F7AD2513-D7C5-4D97-8469-A46304182B16}" presName="desTx" presStyleLbl="alignAccFollowNode1" presStyleIdx="0" presStyleCnt="2">
        <dgm:presLayoutVars>
          <dgm:bulletEnabled val="1"/>
        </dgm:presLayoutVars>
      </dgm:prSet>
      <dgm:spPr/>
    </dgm:pt>
    <dgm:pt modelId="{F51E9249-BAFD-4C33-92A1-A1CE03A9F21B}" type="pres">
      <dgm:prSet presAssocID="{EEFC8051-B520-4A6C-AA4A-12EA7C865B18}" presName="space" presStyleCnt="0"/>
      <dgm:spPr/>
    </dgm:pt>
    <dgm:pt modelId="{0CAE124E-9C98-4815-8F64-DD4307EBC28E}" type="pres">
      <dgm:prSet presAssocID="{E2D3DB1F-E881-4B92-9216-A0136B4C0790}" presName="composite" presStyleCnt="0"/>
      <dgm:spPr/>
    </dgm:pt>
    <dgm:pt modelId="{7958E6F1-FD7A-4B2A-B984-30F358706BF4}" type="pres">
      <dgm:prSet presAssocID="{E2D3DB1F-E881-4B92-9216-A0136B4C079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AAF255F-8CA1-4039-8415-6E3D55E2465A}" type="pres">
      <dgm:prSet presAssocID="{E2D3DB1F-E881-4B92-9216-A0136B4C079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9619C15-539A-463A-814A-D34DC08D9770}" type="presOf" srcId="{C34DD831-F7F1-40E3-85C4-E86ADB849360}" destId="{5AAF255F-8CA1-4039-8415-6E3D55E2465A}" srcOrd="0" destOrd="0" presId="urn:microsoft.com/office/officeart/2005/8/layout/hList1"/>
    <dgm:cxn modelId="{34494F2E-F594-40DA-BD2B-3E267A29A37B}" type="presOf" srcId="{E2D3DB1F-E881-4B92-9216-A0136B4C0790}" destId="{7958E6F1-FD7A-4B2A-B984-30F358706BF4}" srcOrd="0" destOrd="0" presId="urn:microsoft.com/office/officeart/2005/8/layout/hList1"/>
    <dgm:cxn modelId="{20A73F3A-9048-4A79-BDD1-82D34C22DDAB}" type="presOf" srcId="{F7AD2513-D7C5-4D97-8469-A46304182B16}" destId="{116AD90E-6971-4134-9D5D-AB31F988A4B5}" srcOrd="0" destOrd="0" presId="urn:microsoft.com/office/officeart/2005/8/layout/hList1"/>
    <dgm:cxn modelId="{1E29DB47-8A33-48D3-8CE6-11FB652A12AF}" srcId="{6C4A2580-4D58-460B-BBDB-5E917B7E71CE}" destId="{E2D3DB1F-E881-4B92-9216-A0136B4C0790}" srcOrd="1" destOrd="0" parTransId="{408E447A-E2E0-486C-876B-4D187419BAEB}" sibTransId="{B4CC59FB-05C1-4399-B6C1-14D93739F4FA}"/>
    <dgm:cxn modelId="{8C8E728F-AA2D-44DC-BEC0-21660B946B5A}" srcId="{E2D3DB1F-E881-4B92-9216-A0136B4C0790}" destId="{8CF3FD31-2C80-4855-96A6-2323E554FF3D}" srcOrd="1" destOrd="0" parTransId="{2732F9CB-8319-4655-A1AB-842EA858B58A}" sibTransId="{FE85A867-6CEC-4542-B076-30258C044B59}"/>
    <dgm:cxn modelId="{AD800292-5401-43C4-B1D2-0FC2A0CAEB7C}" type="presOf" srcId="{6C4A2580-4D58-460B-BBDB-5E917B7E71CE}" destId="{8E568919-8F71-4FF3-8B31-16002B26B9A4}" srcOrd="0" destOrd="0" presId="urn:microsoft.com/office/officeart/2005/8/layout/hList1"/>
    <dgm:cxn modelId="{A98BA3AB-A69C-4FB9-BE78-DEA2600831EF}" srcId="{6C4A2580-4D58-460B-BBDB-5E917B7E71CE}" destId="{F7AD2513-D7C5-4D97-8469-A46304182B16}" srcOrd="0" destOrd="0" parTransId="{DD9516FC-B886-47C4-ACDF-7C982427A740}" sibTransId="{EEFC8051-B520-4A6C-AA4A-12EA7C865B18}"/>
    <dgm:cxn modelId="{E8A3B1B1-4E35-4CD8-AC4C-75839CD846E4}" type="presOf" srcId="{8CF3FD31-2C80-4855-96A6-2323E554FF3D}" destId="{5AAF255F-8CA1-4039-8415-6E3D55E2465A}" srcOrd="0" destOrd="1" presId="urn:microsoft.com/office/officeart/2005/8/layout/hList1"/>
    <dgm:cxn modelId="{C251AADA-5FF3-47A1-AD8C-FA70F866290C}" srcId="{E2D3DB1F-E881-4B92-9216-A0136B4C0790}" destId="{C34DD831-F7F1-40E3-85C4-E86ADB849360}" srcOrd="0" destOrd="0" parTransId="{937351E1-0D05-4172-A321-632DB4063573}" sibTransId="{9A98B73B-BA22-422C-A40D-4C33CF1E8EC2}"/>
    <dgm:cxn modelId="{54CC5C3B-0258-4166-918A-81D882ED504F}" type="presParOf" srcId="{8E568919-8F71-4FF3-8B31-16002B26B9A4}" destId="{76B01624-92AF-49FE-9E3F-FB2A7EF77DBC}" srcOrd="0" destOrd="0" presId="urn:microsoft.com/office/officeart/2005/8/layout/hList1"/>
    <dgm:cxn modelId="{8F1B3D08-9991-4E05-9A1E-39EEE95C3A50}" type="presParOf" srcId="{76B01624-92AF-49FE-9E3F-FB2A7EF77DBC}" destId="{116AD90E-6971-4134-9D5D-AB31F988A4B5}" srcOrd="0" destOrd="0" presId="urn:microsoft.com/office/officeart/2005/8/layout/hList1"/>
    <dgm:cxn modelId="{58512F91-980D-49BB-9B10-5364B5472C4E}" type="presParOf" srcId="{76B01624-92AF-49FE-9E3F-FB2A7EF77DBC}" destId="{92B3891D-C9F7-4154-9B3F-5F1C24E1ED9D}" srcOrd="1" destOrd="0" presId="urn:microsoft.com/office/officeart/2005/8/layout/hList1"/>
    <dgm:cxn modelId="{512D665C-05D7-44EA-91D1-3DD0A742499A}" type="presParOf" srcId="{8E568919-8F71-4FF3-8B31-16002B26B9A4}" destId="{F51E9249-BAFD-4C33-92A1-A1CE03A9F21B}" srcOrd="1" destOrd="0" presId="urn:microsoft.com/office/officeart/2005/8/layout/hList1"/>
    <dgm:cxn modelId="{377E5593-3429-40AD-B672-295FAD46AFE3}" type="presParOf" srcId="{8E568919-8F71-4FF3-8B31-16002B26B9A4}" destId="{0CAE124E-9C98-4815-8F64-DD4307EBC28E}" srcOrd="2" destOrd="0" presId="urn:microsoft.com/office/officeart/2005/8/layout/hList1"/>
    <dgm:cxn modelId="{64AB4FC3-DACE-4580-B2C0-0425B65E12E9}" type="presParOf" srcId="{0CAE124E-9C98-4815-8F64-DD4307EBC28E}" destId="{7958E6F1-FD7A-4B2A-B984-30F358706BF4}" srcOrd="0" destOrd="0" presId="urn:microsoft.com/office/officeart/2005/8/layout/hList1"/>
    <dgm:cxn modelId="{6B7EDBD4-C236-4500-9401-FCD1BD0A1BAE}" type="presParOf" srcId="{0CAE124E-9C98-4815-8F64-DD4307EBC28E}" destId="{5AAF255F-8CA1-4039-8415-6E3D55E2465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8DA69FF-A749-4662-8937-2AB9A72644E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0AAEA00-CC19-442D-AC30-221D0A0CA83A}">
      <dgm:prSet custT="1"/>
      <dgm:spPr/>
      <dgm:t>
        <a:bodyPr/>
        <a:lstStyle/>
        <a:p>
          <a:pPr>
            <a:defRPr b="1"/>
          </a:pPr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Input: temperature + weather condition 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572D8F-A082-45C2-B1D2-FE3895DB2B62}" type="parTrans" cxnId="{203F9E98-48B5-431C-8E72-BE6B4480B084}">
      <dgm:prSet/>
      <dgm:spPr/>
      <dgm:t>
        <a:bodyPr/>
        <a:lstStyle/>
        <a:p>
          <a:endParaRPr lang="en-US"/>
        </a:p>
      </dgm:t>
    </dgm:pt>
    <dgm:pt modelId="{BD6DBAF2-88CD-401A-9989-24A1E147C776}" type="sibTrans" cxnId="{203F9E98-48B5-431C-8E72-BE6B4480B084}">
      <dgm:prSet/>
      <dgm:spPr/>
      <dgm:t>
        <a:bodyPr/>
        <a:lstStyle/>
        <a:p>
          <a:endParaRPr lang="en-US"/>
        </a:p>
      </dgm:t>
    </dgm:pt>
    <dgm:pt modelId="{8E862CCD-A8D3-414B-8345-4E84C3D48CF9}">
      <dgm:prSet custT="1"/>
      <dgm:spPr/>
      <dgm:t>
        <a:bodyPr/>
        <a:lstStyle/>
        <a:p>
          <a:pPr>
            <a:defRPr b="1"/>
          </a:pPr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Output suggestions: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1F4911-B7E4-4DF5-BD40-1A05F388D0E2}" type="parTrans" cxnId="{FCEBE4CE-BEE8-450A-AF71-028A5FE136E2}">
      <dgm:prSet/>
      <dgm:spPr/>
      <dgm:t>
        <a:bodyPr/>
        <a:lstStyle/>
        <a:p>
          <a:endParaRPr lang="en-US"/>
        </a:p>
      </dgm:t>
    </dgm:pt>
    <dgm:pt modelId="{C46F6A54-4E4E-4C17-8CD2-ED6D6EA5EFBD}" type="sibTrans" cxnId="{FCEBE4CE-BEE8-450A-AF71-028A5FE136E2}">
      <dgm:prSet/>
      <dgm:spPr/>
      <dgm:t>
        <a:bodyPr/>
        <a:lstStyle/>
        <a:p>
          <a:endParaRPr lang="en-US"/>
        </a:p>
      </dgm:t>
    </dgm:pt>
    <dgm:pt modelId="{F6C198F2-CC3E-4DE7-A1F3-55FB7644459D}">
      <dgm:prSet custT="1"/>
      <dgm:spPr/>
      <dgm:t>
        <a:bodyPr/>
        <a:lstStyle/>
        <a:p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Hot + sunny → “Wear sunscreen”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5D9D24-F818-4B86-A8D4-AE6E43367CED}" type="parTrans" cxnId="{97DD963C-ED17-4C48-B10B-7FF1EE84A252}">
      <dgm:prSet/>
      <dgm:spPr/>
      <dgm:t>
        <a:bodyPr/>
        <a:lstStyle/>
        <a:p>
          <a:endParaRPr lang="en-US"/>
        </a:p>
      </dgm:t>
    </dgm:pt>
    <dgm:pt modelId="{74BA49A7-5586-460D-A99C-016DC828FB1E}" type="sibTrans" cxnId="{97DD963C-ED17-4C48-B10B-7FF1EE84A252}">
      <dgm:prSet/>
      <dgm:spPr/>
      <dgm:t>
        <a:bodyPr/>
        <a:lstStyle/>
        <a:p>
          <a:endParaRPr lang="en-US"/>
        </a:p>
      </dgm:t>
    </dgm:pt>
    <dgm:pt modelId="{2B1C2709-EDFB-491D-8E49-13B0AEA32DC2}">
      <dgm:prSet custT="1"/>
      <dgm:spPr/>
      <dgm:t>
        <a:bodyPr/>
        <a:lstStyle/>
        <a:p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Cold + rainy → “Wear a coat and bring an umbrella”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A215C9-C932-4205-9322-DD361270DCE8}" type="parTrans" cxnId="{F3115ACE-67EA-466C-95B7-D9A6C383FBF8}">
      <dgm:prSet/>
      <dgm:spPr/>
      <dgm:t>
        <a:bodyPr/>
        <a:lstStyle/>
        <a:p>
          <a:endParaRPr lang="en-US"/>
        </a:p>
      </dgm:t>
    </dgm:pt>
    <dgm:pt modelId="{C93F09AC-FA4E-49A7-880B-ABE319306CA7}" type="sibTrans" cxnId="{F3115ACE-67EA-466C-95B7-D9A6C383FBF8}">
      <dgm:prSet/>
      <dgm:spPr/>
      <dgm:t>
        <a:bodyPr/>
        <a:lstStyle/>
        <a:p>
          <a:endParaRPr lang="en-US"/>
        </a:p>
      </dgm:t>
    </dgm:pt>
    <dgm:pt modelId="{DFD76090-4991-4FD6-9C08-5EA70121EDEC}">
      <dgm:prSet custT="1"/>
      <dgm:spPr/>
      <dgm:t>
        <a:bodyPr/>
        <a:lstStyle/>
        <a:p>
          <a:r>
            <a:rPr lang="en-GB" sz="1700" dirty="0">
              <a:latin typeface="Arial" panose="020B0604020202020204" pitchFamily="34" charset="0"/>
              <a:cs typeface="Arial" panose="020B0604020202020204" pitchFamily="34" charset="0"/>
            </a:rPr>
            <a:t>etc.</a:t>
          </a:r>
          <a:endParaRPr lang="en-US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F2DF551-B638-41D7-BD96-94EFC497ABC1}" type="parTrans" cxnId="{C23839D9-7AD0-455F-B039-A97B22A1C6CE}">
      <dgm:prSet/>
      <dgm:spPr/>
      <dgm:t>
        <a:bodyPr/>
        <a:lstStyle/>
        <a:p>
          <a:endParaRPr lang="en-US"/>
        </a:p>
      </dgm:t>
    </dgm:pt>
    <dgm:pt modelId="{1A679846-F384-486F-A36F-388562F8EC7B}" type="sibTrans" cxnId="{C23839D9-7AD0-455F-B039-A97B22A1C6CE}">
      <dgm:prSet/>
      <dgm:spPr/>
      <dgm:t>
        <a:bodyPr/>
        <a:lstStyle/>
        <a:p>
          <a:endParaRPr lang="en-US"/>
        </a:p>
      </dgm:t>
    </dgm:pt>
    <dgm:pt modelId="{C3D482E1-35A5-49EA-AD07-18B0FE0FCFB2}" type="pres">
      <dgm:prSet presAssocID="{38DA69FF-A749-4662-8937-2AB9A72644E0}" presName="root" presStyleCnt="0">
        <dgm:presLayoutVars>
          <dgm:dir/>
          <dgm:resizeHandles val="exact"/>
        </dgm:presLayoutVars>
      </dgm:prSet>
      <dgm:spPr/>
    </dgm:pt>
    <dgm:pt modelId="{DF380FAF-D5E9-4E22-ABC4-A4C198842E2B}" type="pres">
      <dgm:prSet presAssocID="{C0AAEA00-CC19-442D-AC30-221D0A0CA83A}" presName="compNode" presStyleCnt="0"/>
      <dgm:spPr/>
    </dgm:pt>
    <dgm:pt modelId="{1D2D57D5-D718-49CF-853F-FCF677545BC1}" type="pres">
      <dgm:prSet presAssocID="{C0AAEA00-CC19-442D-AC30-221D0A0CA83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CB749C2F-6581-44C4-B701-1A2A20E73109}" type="pres">
      <dgm:prSet presAssocID="{C0AAEA00-CC19-442D-AC30-221D0A0CA83A}" presName="iconSpace" presStyleCnt="0"/>
      <dgm:spPr/>
    </dgm:pt>
    <dgm:pt modelId="{6504BCC3-43B1-4958-832E-06F97FE52A14}" type="pres">
      <dgm:prSet presAssocID="{C0AAEA00-CC19-442D-AC30-221D0A0CA83A}" presName="parTx" presStyleLbl="revTx" presStyleIdx="0" presStyleCnt="4">
        <dgm:presLayoutVars>
          <dgm:chMax val="0"/>
          <dgm:chPref val="0"/>
        </dgm:presLayoutVars>
      </dgm:prSet>
      <dgm:spPr/>
    </dgm:pt>
    <dgm:pt modelId="{0AFADD07-C159-47F1-903C-76EA8038FEFF}" type="pres">
      <dgm:prSet presAssocID="{C0AAEA00-CC19-442D-AC30-221D0A0CA83A}" presName="txSpace" presStyleCnt="0"/>
      <dgm:spPr/>
    </dgm:pt>
    <dgm:pt modelId="{C1778DFA-CA12-4A4A-A6B5-1410EBD92D78}" type="pres">
      <dgm:prSet presAssocID="{C0AAEA00-CC19-442D-AC30-221D0A0CA83A}" presName="desTx" presStyleLbl="revTx" presStyleIdx="1" presStyleCnt="4">
        <dgm:presLayoutVars/>
      </dgm:prSet>
      <dgm:spPr/>
    </dgm:pt>
    <dgm:pt modelId="{2941177C-23B7-483B-9C78-1590C29D9149}" type="pres">
      <dgm:prSet presAssocID="{BD6DBAF2-88CD-401A-9989-24A1E147C776}" presName="sibTrans" presStyleCnt="0"/>
      <dgm:spPr/>
    </dgm:pt>
    <dgm:pt modelId="{E2497BBF-93D9-47EE-94B2-B5BB631363CC}" type="pres">
      <dgm:prSet presAssocID="{8E862CCD-A8D3-414B-8345-4E84C3D48CF9}" presName="compNode" presStyleCnt="0"/>
      <dgm:spPr/>
    </dgm:pt>
    <dgm:pt modelId="{12116116-0A5F-434C-8BA1-7FD8E0AE5EBE}" type="pres">
      <dgm:prSet presAssocID="{8E862CCD-A8D3-414B-8345-4E84C3D48CF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mbrella"/>
        </a:ext>
      </dgm:extLst>
    </dgm:pt>
    <dgm:pt modelId="{48ACCD57-1ED2-4EE2-B26B-6736E979D04C}" type="pres">
      <dgm:prSet presAssocID="{8E862CCD-A8D3-414B-8345-4E84C3D48CF9}" presName="iconSpace" presStyleCnt="0"/>
      <dgm:spPr/>
    </dgm:pt>
    <dgm:pt modelId="{F5EF44BD-3F3E-41F3-A170-5F2C0E445A23}" type="pres">
      <dgm:prSet presAssocID="{8E862CCD-A8D3-414B-8345-4E84C3D48CF9}" presName="parTx" presStyleLbl="revTx" presStyleIdx="2" presStyleCnt="4">
        <dgm:presLayoutVars>
          <dgm:chMax val="0"/>
          <dgm:chPref val="0"/>
        </dgm:presLayoutVars>
      </dgm:prSet>
      <dgm:spPr/>
    </dgm:pt>
    <dgm:pt modelId="{6BC545A1-FABF-4E61-848A-9C712FC6B4C6}" type="pres">
      <dgm:prSet presAssocID="{8E862CCD-A8D3-414B-8345-4E84C3D48CF9}" presName="txSpace" presStyleCnt="0"/>
      <dgm:spPr/>
    </dgm:pt>
    <dgm:pt modelId="{9C2095B4-1953-4D80-9E3E-FF2BADBB4573}" type="pres">
      <dgm:prSet presAssocID="{8E862CCD-A8D3-414B-8345-4E84C3D48CF9}" presName="desTx" presStyleLbl="revTx" presStyleIdx="3" presStyleCnt="4">
        <dgm:presLayoutVars/>
      </dgm:prSet>
      <dgm:spPr/>
    </dgm:pt>
  </dgm:ptLst>
  <dgm:cxnLst>
    <dgm:cxn modelId="{4ED27113-306D-412E-86FB-50EC195886CB}" type="presOf" srcId="{8E862CCD-A8D3-414B-8345-4E84C3D48CF9}" destId="{F5EF44BD-3F3E-41F3-A170-5F2C0E445A23}" srcOrd="0" destOrd="0" presId="urn:microsoft.com/office/officeart/2018/2/layout/IconLabelDescriptionList"/>
    <dgm:cxn modelId="{9265E037-FEB9-4EDE-B48E-819DCF69ADF3}" type="presOf" srcId="{F6C198F2-CC3E-4DE7-A1F3-55FB7644459D}" destId="{9C2095B4-1953-4D80-9E3E-FF2BADBB4573}" srcOrd="0" destOrd="0" presId="urn:microsoft.com/office/officeart/2018/2/layout/IconLabelDescriptionList"/>
    <dgm:cxn modelId="{97DD963C-ED17-4C48-B10B-7FF1EE84A252}" srcId="{8E862CCD-A8D3-414B-8345-4E84C3D48CF9}" destId="{F6C198F2-CC3E-4DE7-A1F3-55FB7644459D}" srcOrd="0" destOrd="0" parTransId="{A65D9D24-F818-4B86-A8D4-AE6E43367CED}" sibTransId="{74BA49A7-5586-460D-A99C-016DC828FB1E}"/>
    <dgm:cxn modelId="{F323E04E-D5E5-4DBB-9BDF-7A67FF66902B}" type="presOf" srcId="{DFD76090-4991-4FD6-9C08-5EA70121EDEC}" destId="{9C2095B4-1953-4D80-9E3E-FF2BADBB4573}" srcOrd="0" destOrd="2" presId="urn:microsoft.com/office/officeart/2018/2/layout/IconLabelDescriptionList"/>
    <dgm:cxn modelId="{203F9E98-48B5-431C-8E72-BE6B4480B084}" srcId="{38DA69FF-A749-4662-8937-2AB9A72644E0}" destId="{C0AAEA00-CC19-442D-AC30-221D0A0CA83A}" srcOrd="0" destOrd="0" parTransId="{08572D8F-A082-45C2-B1D2-FE3895DB2B62}" sibTransId="{BD6DBAF2-88CD-401A-9989-24A1E147C776}"/>
    <dgm:cxn modelId="{B88A34A9-DA07-4D96-98C5-0CDDBE1BFC7E}" type="presOf" srcId="{38DA69FF-A749-4662-8937-2AB9A72644E0}" destId="{C3D482E1-35A5-49EA-AD07-18B0FE0FCFB2}" srcOrd="0" destOrd="0" presId="urn:microsoft.com/office/officeart/2018/2/layout/IconLabelDescriptionList"/>
    <dgm:cxn modelId="{0C86ADC4-71D1-4F48-99F5-F6CBFE64E2B5}" type="presOf" srcId="{2B1C2709-EDFB-491D-8E49-13B0AEA32DC2}" destId="{9C2095B4-1953-4D80-9E3E-FF2BADBB4573}" srcOrd="0" destOrd="1" presId="urn:microsoft.com/office/officeart/2018/2/layout/IconLabelDescriptionList"/>
    <dgm:cxn modelId="{194498C5-D70B-4774-AA4D-5A9E209D3B3C}" type="presOf" srcId="{C0AAEA00-CC19-442D-AC30-221D0A0CA83A}" destId="{6504BCC3-43B1-4958-832E-06F97FE52A14}" srcOrd="0" destOrd="0" presId="urn:microsoft.com/office/officeart/2018/2/layout/IconLabelDescriptionList"/>
    <dgm:cxn modelId="{F3115ACE-67EA-466C-95B7-D9A6C383FBF8}" srcId="{8E862CCD-A8D3-414B-8345-4E84C3D48CF9}" destId="{2B1C2709-EDFB-491D-8E49-13B0AEA32DC2}" srcOrd="1" destOrd="0" parTransId="{0CA215C9-C932-4205-9322-DD361270DCE8}" sibTransId="{C93F09AC-FA4E-49A7-880B-ABE319306CA7}"/>
    <dgm:cxn modelId="{FCEBE4CE-BEE8-450A-AF71-028A5FE136E2}" srcId="{38DA69FF-A749-4662-8937-2AB9A72644E0}" destId="{8E862CCD-A8D3-414B-8345-4E84C3D48CF9}" srcOrd="1" destOrd="0" parTransId="{1C1F4911-B7E4-4DF5-BD40-1A05F388D0E2}" sibTransId="{C46F6A54-4E4E-4C17-8CD2-ED6D6EA5EFBD}"/>
    <dgm:cxn modelId="{C23839D9-7AD0-455F-B039-A97B22A1C6CE}" srcId="{8E862CCD-A8D3-414B-8345-4E84C3D48CF9}" destId="{DFD76090-4991-4FD6-9C08-5EA70121EDEC}" srcOrd="2" destOrd="0" parTransId="{BF2DF551-B638-41D7-BD96-94EFC497ABC1}" sibTransId="{1A679846-F384-486F-A36F-388562F8EC7B}"/>
    <dgm:cxn modelId="{FC2282E4-B9AB-419E-8708-04C2C96D4592}" type="presParOf" srcId="{C3D482E1-35A5-49EA-AD07-18B0FE0FCFB2}" destId="{DF380FAF-D5E9-4E22-ABC4-A4C198842E2B}" srcOrd="0" destOrd="0" presId="urn:microsoft.com/office/officeart/2018/2/layout/IconLabelDescriptionList"/>
    <dgm:cxn modelId="{73B1553F-42A5-478A-8426-DD8DE8A6D056}" type="presParOf" srcId="{DF380FAF-D5E9-4E22-ABC4-A4C198842E2B}" destId="{1D2D57D5-D718-49CF-853F-FCF677545BC1}" srcOrd="0" destOrd="0" presId="urn:microsoft.com/office/officeart/2018/2/layout/IconLabelDescriptionList"/>
    <dgm:cxn modelId="{5C47E01A-0F7C-4FA4-9043-15B92712AAB7}" type="presParOf" srcId="{DF380FAF-D5E9-4E22-ABC4-A4C198842E2B}" destId="{CB749C2F-6581-44C4-B701-1A2A20E73109}" srcOrd="1" destOrd="0" presId="urn:microsoft.com/office/officeart/2018/2/layout/IconLabelDescriptionList"/>
    <dgm:cxn modelId="{C6F505C9-6C72-4108-9E4C-47862311DE13}" type="presParOf" srcId="{DF380FAF-D5E9-4E22-ABC4-A4C198842E2B}" destId="{6504BCC3-43B1-4958-832E-06F97FE52A14}" srcOrd="2" destOrd="0" presId="urn:microsoft.com/office/officeart/2018/2/layout/IconLabelDescriptionList"/>
    <dgm:cxn modelId="{E6C2CDF8-61BE-450E-B880-744B49EFE0D9}" type="presParOf" srcId="{DF380FAF-D5E9-4E22-ABC4-A4C198842E2B}" destId="{0AFADD07-C159-47F1-903C-76EA8038FEFF}" srcOrd="3" destOrd="0" presId="urn:microsoft.com/office/officeart/2018/2/layout/IconLabelDescriptionList"/>
    <dgm:cxn modelId="{66037653-EFC5-4BDB-AA34-48A9C37A9AF3}" type="presParOf" srcId="{DF380FAF-D5E9-4E22-ABC4-A4C198842E2B}" destId="{C1778DFA-CA12-4A4A-A6B5-1410EBD92D78}" srcOrd="4" destOrd="0" presId="urn:microsoft.com/office/officeart/2018/2/layout/IconLabelDescriptionList"/>
    <dgm:cxn modelId="{A6BC68B1-066F-4989-A2A1-46BD422A10E1}" type="presParOf" srcId="{C3D482E1-35A5-49EA-AD07-18B0FE0FCFB2}" destId="{2941177C-23B7-483B-9C78-1590C29D9149}" srcOrd="1" destOrd="0" presId="urn:microsoft.com/office/officeart/2018/2/layout/IconLabelDescriptionList"/>
    <dgm:cxn modelId="{9A0005C9-F735-4544-921D-A60782C54762}" type="presParOf" srcId="{C3D482E1-35A5-49EA-AD07-18B0FE0FCFB2}" destId="{E2497BBF-93D9-47EE-94B2-B5BB631363CC}" srcOrd="2" destOrd="0" presId="urn:microsoft.com/office/officeart/2018/2/layout/IconLabelDescriptionList"/>
    <dgm:cxn modelId="{7B1FDA77-50C6-44D5-A502-D7E4F8D17B11}" type="presParOf" srcId="{E2497BBF-93D9-47EE-94B2-B5BB631363CC}" destId="{12116116-0A5F-434C-8BA1-7FD8E0AE5EBE}" srcOrd="0" destOrd="0" presId="urn:microsoft.com/office/officeart/2018/2/layout/IconLabelDescriptionList"/>
    <dgm:cxn modelId="{5F357C69-00B5-4962-A196-64363F6BFF6C}" type="presParOf" srcId="{E2497BBF-93D9-47EE-94B2-B5BB631363CC}" destId="{48ACCD57-1ED2-4EE2-B26B-6736E979D04C}" srcOrd="1" destOrd="0" presId="urn:microsoft.com/office/officeart/2018/2/layout/IconLabelDescriptionList"/>
    <dgm:cxn modelId="{56F6599F-BAD0-405B-9797-11E6D79D412F}" type="presParOf" srcId="{E2497BBF-93D9-47EE-94B2-B5BB631363CC}" destId="{F5EF44BD-3F3E-41F3-A170-5F2C0E445A23}" srcOrd="2" destOrd="0" presId="urn:microsoft.com/office/officeart/2018/2/layout/IconLabelDescriptionList"/>
    <dgm:cxn modelId="{8D2910CE-E2C4-47A8-A5EC-8363358F476E}" type="presParOf" srcId="{E2497BBF-93D9-47EE-94B2-B5BB631363CC}" destId="{6BC545A1-FABF-4E61-848A-9C712FC6B4C6}" srcOrd="3" destOrd="0" presId="urn:microsoft.com/office/officeart/2018/2/layout/IconLabelDescriptionList"/>
    <dgm:cxn modelId="{AAB0DFF4-47B5-4342-B5C3-67CDAEF6ADE3}" type="presParOf" srcId="{E2497BBF-93D9-47EE-94B2-B5BB631363CC}" destId="{9C2095B4-1953-4D80-9E3E-FF2BADBB457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80B714E-150B-4BC0-8864-B85A5069DEB8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56FAC2-CD53-4CFB-9D2B-A84A7F3CC92D}">
      <dgm:prSet/>
      <dgm:spPr/>
      <dgm:t>
        <a:bodyPr/>
        <a:lstStyle/>
        <a:p>
          <a:r>
            <a:rPr lang="en-GB" b="1"/>
            <a:t>Python code:</a:t>
          </a:r>
          <a:endParaRPr lang="en-US"/>
        </a:p>
      </dgm:t>
    </dgm:pt>
    <dgm:pt modelId="{FC2A5B6A-7A5D-4DAF-A2E9-D1DDCDC51C96}" type="parTrans" cxnId="{F34CEC8A-BCC3-47E5-A85F-EEA5E453170F}">
      <dgm:prSet/>
      <dgm:spPr/>
      <dgm:t>
        <a:bodyPr/>
        <a:lstStyle/>
        <a:p>
          <a:endParaRPr lang="en-US"/>
        </a:p>
      </dgm:t>
    </dgm:pt>
    <dgm:pt modelId="{F007160B-A949-48E7-981F-F72D2016E0B9}" type="sibTrans" cxnId="{F34CEC8A-BCC3-47E5-A85F-EEA5E453170F}">
      <dgm:prSet/>
      <dgm:spPr/>
      <dgm:t>
        <a:bodyPr/>
        <a:lstStyle/>
        <a:p>
          <a:endParaRPr lang="en-US"/>
        </a:p>
      </dgm:t>
    </dgm:pt>
    <dgm:pt modelId="{A2780CEA-B6B3-43EC-995C-999EDD5ECEB0}">
      <dgm:prSet/>
      <dgm:spPr/>
      <dgm:t>
        <a:bodyPr/>
        <a:lstStyle/>
        <a:p>
          <a:r>
            <a:rPr lang="en-GB" b="1"/>
            <a:t>count = 3</a:t>
          </a:r>
          <a:endParaRPr lang="en-US"/>
        </a:p>
      </dgm:t>
    </dgm:pt>
    <dgm:pt modelId="{AF07D04D-838A-406E-B061-13BA0881E174}" type="parTrans" cxnId="{9789FB19-1781-4A45-A698-DDDC718B8857}">
      <dgm:prSet/>
      <dgm:spPr/>
      <dgm:t>
        <a:bodyPr/>
        <a:lstStyle/>
        <a:p>
          <a:endParaRPr lang="en-US"/>
        </a:p>
      </dgm:t>
    </dgm:pt>
    <dgm:pt modelId="{FD54C0E4-8AFC-4235-917B-F7194695858B}" type="sibTrans" cxnId="{9789FB19-1781-4A45-A698-DDDC718B8857}">
      <dgm:prSet/>
      <dgm:spPr/>
      <dgm:t>
        <a:bodyPr/>
        <a:lstStyle/>
        <a:p>
          <a:endParaRPr lang="en-US"/>
        </a:p>
      </dgm:t>
    </dgm:pt>
    <dgm:pt modelId="{A4AFFB8D-C253-450E-A5DB-9F06350B4F66}">
      <dgm:prSet/>
      <dgm:spPr/>
      <dgm:t>
        <a:bodyPr/>
        <a:lstStyle/>
        <a:p>
          <a:r>
            <a:rPr lang="en-GB" b="1"/>
            <a:t>while count &gt; 0:</a:t>
          </a:r>
          <a:endParaRPr lang="en-US"/>
        </a:p>
      </dgm:t>
    </dgm:pt>
    <dgm:pt modelId="{20581BFE-50FD-462B-9BD3-12FDF1D32CF3}" type="parTrans" cxnId="{E2E5DCAD-C3CB-41A3-81AA-D1A9BB9B11DC}">
      <dgm:prSet/>
      <dgm:spPr/>
      <dgm:t>
        <a:bodyPr/>
        <a:lstStyle/>
        <a:p>
          <a:endParaRPr lang="en-US"/>
        </a:p>
      </dgm:t>
    </dgm:pt>
    <dgm:pt modelId="{B128519D-DF7B-410B-B7A1-22C923D671E3}" type="sibTrans" cxnId="{E2E5DCAD-C3CB-41A3-81AA-D1A9BB9B11DC}">
      <dgm:prSet/>
      <dgm:spPr/>
      <dgm:t>
        <a:bodyPr/>
        <a:lstStyle/>
        <a:p>
          <a:endParaRPr lang="en-US"/>
        </a:p>
      </dgm:t>
    </dgm:pt>
    <dgm:pt modelId="{02BD3A48-4D0B-4B24-9D52-00A449385DFA}">
      <dgm:prSet/>
      <dgm:spPr/>
      <dgm:t>
        <a:bodyPr/>
        <a:lstStyle/>
        <a:p>
          <a:r>
            <a:rPr lang="en-GB" b="1"/>
            <a:t>print(count)</a:t>
          </a:r>
          <a:endParaRPr lang="en-US"/>
        </a:p>
      </dgm:t>
    </dgm:pt>
    <dgm:pt modelId="{5DAA03F6-95C1-47CC-8BA3-A75688E98F85}" type="parTrans" cxnId="{6CBBC0AE-4376-42E4-A89F-2AF19604BC6B}">
      <dgm:prSet/>
      <dgm:spPr/>
      <dgm:t>
        <a:bodyPr/>
        <a:lstStyle/>
        <a:p>
          <a:endParaRPr lang="en-US"/>
        </a:p>
      </dgm:t>
    </dgm:pt>
    <dgm:pt modelId="{4247F9B1-397C-4244-8612-342D19F2E67D}" type="sibTrans" cxnId="{6CBBC0AE-4376-42E4-A89F-2AF19604BC6B}">
      <dgm:prSet/>
      <dgm:spPr/>
      <dgm:t>
        <a:bodyPr/>
        <a:lstStyle/>
        <a:p>
          <a:endParaRPr lang="en-US"/>
        </a:p>
      </dgm:t>
    </dgm:pt>
    <dgm:pt modelId="{86D4B2F9-C415-4E87-9E8F-1A21E5BA6757}">
      <dgm:prSet/>
      <dgm:spPr/>
      <dgm:t>
        <a:bodyPr/>
        <a:lstStyle/>
        <a:p>
          <a:r>
            <a:rPr lang="en-GB" b="1"/>
            <a:t>count -= 1</a:t>
          </a:r>
          <a:endParaRPr lang="en-US"/>
        </a:p>
      </dgm:t>
    </dgm:pt>
    <dgm:pt modelId="{8E8B272F-E360-4748-8B8A-7B17EFDA61DF}" type="parTrans" cxnId="{2DAE335E-6BA1-4125-888D-005EA03D3369}">
      <dgm:prSet/>
      <dgm:spPr/>
      <dgm:t>
        <a:bodyPr/>
        <a:lstStyle/>
        <a:p>
          <a:endParaRPr lang="en-US"/>
        </a:p>
      </dgm:t>
    </dgm:pt>
    <dgm:pt modelId="{94E3EA62-771F-4A1F-9084-C1139CC8697F}" type="sibTrans" cxnId="{2DAE335E-6BA1-4125-888D-005EA03D3369}">
      <dgm:prSet/>
      <dgm:spPr/>
      <dgm:t>
        <a:bodyPr/>
        <a:lstStyle/>
        <a:p>
          <a:endParaRPr lang="en-US"/>
        </a:p>
      </dgm:t>
    </dgm:pt>
    <dgm:pt modelId="{898A716C-36E0-4E86-A432-B84FA7931DB5}" type="pres">
      <dgm:prSet presAssocID="{D80B714E-150B-4BC0-8864-B85A5069DEB8}" presName="Name0" presStyleCnt="0">
        <dgm:presLayoutVars>
          <dgm:dir/>
          <dgm:animLvl val="lvl"/>
          <dgm:resizeHandles val="exact"/>
        </dgm:presLayoutVars>
      </dgm:prSet>
      <dgm:spPr/>
    </dgm:pt>
    <dgm:pt modelId="{B842DC94-DA47-4527-ACB1-583BDE20E045}" type="pres">
      <dgm:prSet presAssocID="{C856FAC2-CD53-4CFB-9D2B-A84A7F3CC92D}" presName="linNode" presStyleCnt="0"/>
      <dgm:spPr/>
    </dgm:pt>
    <dgm:pt modelId="{D689AD51-289D-4058-B19C-8256D3AF208C}" type="pres">
      <dgm:prSet presAssocID="{C856FAC2-CD53-4CFB-9D2B-A84A7F3CC92D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5855BFF6-2FEC-4563-B038-2CDB8C51C4FE}" type="pres">
      <dgm:prSet presAssocID="{F007160B-A949-48E7-981F-F72D2016E0B9}" presName="sp" presStyleCnt="0"/>
      <dgm:spPr/>
    </dgm:pt>
    <dgm:pt modelId="{EAFC4689-4CD2-4BED-9C19-6CF814E0FBB2}" type="pres">
      <dgm:prSet presAssocID="{A2780CEA-B6B3-43EC-995C-999EDD5ECEB0}" presName="linNode" presStyleCnt="0"/>
      <dgm:spPr/>
    </dgm:pt>
    <dgm:pt modelId="{1C23BDB5-8AC5-47AB-BC56-2ACE1EC03EB3}" type="pres">
      <dgm:prSet presAssocID="{A2780CEA-B6B3-43EC-995C-999EDD5ECEB0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BF723899-E780-49B7-9AE7-18ACC053AD75}" type="pres">
      <dgm:prSet presAssocID="{FD54C0E4-8AFC-4235-917B-F7194695858B}" presName="sp" presStyleCnt="0"/>
      <dgm:spPr/>
    </dgm:pt>
    <dgm:pt modelId="{B44A3557-3DD0-4BC8-8236-FAC48E019D7E}" type="pres">
      <dgm:prSet presAssocID="{A4AFFB8D-C253-450E-A5DB-9F06350B4F66}" presName="linNode" presStyleCnt="0"/>
      <dgm:spPr/>
    </dgm:pt>
    <dgm:pt modelId="{4698AABB-2BFB-4CB3-8110-61C464EBF195}" type="pres">
      <dgm:prSet presAssocID="{A4AFFB8D-C253-450E-A5DB-9F06350B4F66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D82AA08-D621-4923-897D-0B4C1F549131}" type="pres">
      <dgm:prSet presAssocID="{B128519D-DF7B-410B-B7A1-22C923D671E3}" presName="sp" presStyleCnt="0"/>
      <dgm:spPr/>
    </dgm:pt>
    <dgm:pt modelId="{E2C449C3-8CA6-4D59-8478-64FFA0342EC2}" type="pres">
      <dgm:prSet presAssocID="{02BD3A48-4D0B-4B24-9D52-00A449385DFA}" presName="linNode" presStyleCnt="0"/>
      <dgm:spPr/>
    </dgm:pt>
    <dgm:pt modelId="{5D424624-071A-4442-B821-F60295C8C27E}" type="pres">
      <dgm:prSet presAssocID="{02BD3A48-4D0B-4B24-9D52-00A449385DFA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14B83BC5-F58B-487F-A6FA-454E07B62DD9}" type="pres">
      <dgm:prSet presAssocID="{4247F9B1-397C-4244-8612-342D19F2E67D}" presName="sp" presStyleCnt="0"/>
      <dgm:spPr/>
    </dgm:pt>
    <dgm:pt modelId="{AB2F8314-59F4-40B3-9546-188E799AA021}" type="pres">
      <dgm:prSet presAssocID="{86D4B2F9-C415-4E87-9E8F-1A21E5BA6757}" presName="linNode" presStyleCnt="0"/>
      <dgm:spPr/>
    </dgm:pt>
    <dgm:pt modelId="{FDF0E0F7-D50F-4A33-9CC8-DADDF1CEB21B}" type="pres">
      <dgm:prSet presAssocID="{86D4B2F9-C415-4E87-9E8F-1A21E5BA6757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9789FB19-1781-4A45-A698-DDDC718B8857}" srcId="{D80B714E-150B-4BC0-8864-B85A5069DEB8}" destId="{A2780CEA-B6B3-43EC-995C-999EDD5ECEB0}" srcOrd="1" destOrd="0" parTransId="{AF07D04D-838A-406E-B061-13BA0881E174}" sibTransId="{FD54C0E4-8AFC-4235-917B-F7194695858B}"/>
    <dgm:cxn modelId="{ADF06E1D-95FF-441C-BD7E-963980E469BB}" type="presOf" srcId="{C856FAC2-CD53-4CFB-9D2B-A84A7F3CC92D}" destId="{D689AD51-289D-4058-B19C-8256D3AF208C}" srcOrd="0" destOrd="0" presId="urn:microsoft.com/office/officeart/2005/8/layout/vList5"/>
    <dgm:cxn modelId="{1280971E-2938-49F4-9675-8F08B450F1F5}" type="presOf" srcId="{86D4B2F9-C415-4E87-9E8F-1A21E5BA6757}" destId="{FDF0E0F7-D50F-4A33-9CC8-DADDF1CEB21B}" srcOrd="0" destOrd="0" presId="urn:microsoft.com/office/officeart/2005/8/layout/vList5"/>
    <dgm:cxn modelId="{2DAE335E-6BA1-4125-888D-005EA03D3369}" srcId="{D80B714E-150B-4BC0-8864-B85A5069DEB8}" destId="{86D4B2F9-C415-4E87-9E8F-1A21E5BA6757}" srcOrd="4" destOrd="0" parTransId="{8E8B272F-E360-4748-8B8A-7B17EFDA61DF}" sibTransId="{94E3EA62-771F-4A1F-9084-C1139CC8697F}"/>
    <dgm:cxn modelId="{52AFC361-377C-44AB-943B-CE21D049D561}" type="presOf" srcId="{A4AFFB8D-C253-450E-A5DB-9F06350B4F66}" destId="{4698AABB-2BFB-4CB3-8110-61C464EBF195}" srcOrd="0" destOrd="0" presId="urn:microsoft.com/office/officeart/2005/8/layout/vList5"/>
    <dgm:cxn modelId="{62280E47-34CD-45E1-8504-866FBD03E2DF}" type="presOf" srcId="{D80B714E-150B-4BC0-8864-B85A5069DEB8}" destId="{898A716C-36E0-4E86-A432-B84FA7931DB5}" srcOrd="0" destOrd="0" presId="urn:microsoft.com/office/officeart/2005/8/layout/vList5"/>
    <dgm:cxn modelId="{F34CEC8A-BCC3-47E5-A85F-EEA5E453170F}" srcId="{D80B714E-150B-4BC0-8864-B85A5069DEB8}" destId="{C856FAC2-CD53-4CFB-9D2B-A84A7F3CC92D}" srcOrd="0" destOrd="0" parTransId="{FC2A5B6A-7A5D-4DAF-A2E9-D1DDCDC51C96}" sibTransId="{F007160B-A949-48E7-981F-F72D2016E0B9}"/>
    <dgm:cxn modelId="{E2E5DCAD-C3CB-41A3-81AA-D1A9BB9B11DC}" srcId="{D80B714E-150B-4BC0-8864-B85A5069DEB8}" destId="{A4AFFB8D-C253-450E-A5DB-9F06350B4F66}" srcOrd="2" destOrd="0" parTransId="{20581BFE-50FD-462B-9BD3-12FDF1D32CF3}" sibTransId="{B128519D-DF7B-410B-B7A1-22C923D671E3}"/>
    <dgm:cxn modelId="{6CBBC0AE-4376-42E4-A89F-2AF19604BC6B}" srcId="{D80B714E-150B-4BC0-8864-B85A5069DEB8}" destId="{02BD3A48-4D0B-4B24-9D52-00A449385DFA}" srcOrd="3" destOrd="0" parTransId="{5DAA03F6-95C1-47CC-8BA3-A75688E98F85}" sibTransId="{4247F9B1-397C-4244-8612-342D19F2E67D}"/>
    <dgm:cxn modelId="{C1DC37B5-55D2-4246-B5B6-0AC192D824E5}" type="presOf" srcId="{02BD3A48-4D0B-4B24-9D52-00A449385DFA}" destId="{5D424624-071A-4442-B821-F60295C8C27E}" srcOrd="0" destOrd="0" presId="urn:microsoft.com/office/officeart/2005/8/layout/vList5"/>
    <dgm:cxn modelId="{541B0FD7-56C1-4237-8CC6-1DFCAB15091C}" type="presOf" srcId="{A2780CEA-B6B3-43EC-995C-999EDD5ECEB0}" destId="{1C23BDB5-8AC5-47AB-BC56-2ACE1EC03EB3}" srcOrd="0" destOrd="0" presId="urn:microsoft.com/office/officeart/2005/8/layout/vList5"/>
    <dgm:cxn modelId="{672D1084-8FAA-48C7-B3B9-5C3244D0FE81}" type="presParOf" srcId="{898A716C-36E0-4E86-A432-B84FA7931DB5}" destId="{B842DC94-DA47-4527-ACB1-583BDE20E045}" srcOrd="0" destOrd="0" presId="urn:microsoft.com/office/officeart/2005/8/layout/vList5"/>
    <dgm:cxn modelId="{7B2A40BB-01CE-497F-8058-FB4A29A45E16}" type="presParOf" srcId="{B842DC94-DA47-4527-ACB1-583BDE20E045}" destId="{D689AD51-289D-4058-B19C-8256D3AF208C}" srcOrd="0" destOrd="0" presId="urn:microsoft.com/office/officeart/2005/8/layout/vList5"/>
    <dgm:cxn modelId="{A1E041FE-3B22-43F0-B329-936B1EF11A56}" type="presParOf" srcId="{898A716C-36E0-4E86-A432-B84FA7931DB5}" destId="{5855BFF6-2FEC-4563-B038-2CDB8C51C4FE}" srcOrd="1" destOrd="0" presId="urn:microsoft.com/office/officeart/2005/8/layout/vList5"/>
    <dgm:cxn modelId="{522E835B-B19F-4678-A057-E3463A77ECCC}" type="presParOf" srcId="{898A716C-36E0-4E86-A432-B84FA7931DB5}" destId="{EAFC4689-4CD2-4BED-9C19-6CF814E0FBB2}" srcOrd="2" destOrd="0" presId="urn:microsoft.com/office/officeart/2005/8/layout/vList5"/>
    <dgm:cxn modelId="{57B30FA9-0A79-46D9-B94D-66B410AF6E3E}" type="presParOf" srcId="{EAFC4689-4CD2-4BED-9C19-6CF814E0FBB2}" destId="{1C23BDB5-8AC5-47AB-BC56-2ACE1EC03EB3}" srcOrd="0" destOrd="0" presId="urn:microsoft.com/office/officeart/2005/8/layout/vList5"/>
    <dgm:cxn modelId="{3836B97F-26CD-4097-AB1C-4B6B064445B7}" type="presParOf" srcId="{898A716C-36E0-4E86-A432-B84FA7931DB5}" destId="{BF723899-E780-49B7-9AE7-18ACC053AD75}" srcOrd="3" destOrd="0" presId="urn:microsoft.com/office/officeart/2005/8/layout/vList5"/>
    <dgm:cxn modelId="{5E47A02C-A9BB-4EC8-8D36-68FB4B93C177}" type="presParOf" srcId="{898A716C-36E0-4E86-A432-B84FA7931DB5}" destId="{B44A3557-3DD0-4BC8-8236-FAC48E019D7E}" srcOrd="4" destOrd="0" presId="urn:microsoft.com/office/officeart/2005/8/layout/vList5"/>
    <dgm:cxn modelId="{1275A491-B682-4D30-B314-8A56DCADE852}" type="presParOf" srcId="{B44A3557-3DD0-4BC8-8236-FAC48E019D7E}" destId="{4698AABB-2BFB-4CB3-8110-61C464EBF195}" srcOrd="0" destOrd="0" presId="urn:microsoft.com/office/officeart/2005/8/layout/vList5"/>
    <dgm:cxn modelId="{769739C9-F42C-4C78-AC69-7724B5955337}" type="presParOf" srcId="{898A716C-36E0-4E86-A432-B84FA7931DB5}" destId="{2D82AA08-D621-4923-897D-0B4C1F549131}" srcOrd="5" destOrd="0" presId="urn:microsoft.com/office/officeart/2005/8/layout/vList5"/>
    <dgm:cxn modelId="{D369D455-8794-4CDF-8F88-DFDDD9C1A440}" type="presParOf" srcId="{898A716C-36E0-4E86-A432-B84FA7931DB5}" destId="{E2C449C3-8CA6-4D59-8478-64FFA0342EC2}" srcOrd="6" destOrd="0" presId="urn:microsoft.com/office/officeart/2005/8/layout/vList5"/>
    <dgm:cxn modelId="{FF50843F-19E0-45E9-9AE5-C11C44E02247}" type="presParOf" srcId="{E2C449C3-8CA6-4D59-8478-64FFA0342EC2}" destId="{5D424624-071A-4442-B821-F60295C8C27E}" srcOrd="0" destOrd="0" presId="urn:microsoft.com/office/officeart/2005/8/layout/vList5"/>
    <dgm:cxn modelId="{22492720-2CD2-48DB-A261-02F00C6988FA}" type="presParOf" srcId="{898A716C-36E0-4E86-A432-B84FA7931DB5}" destId="{14B83BC5-F58B-487F-A6FA-454E07B62DD9}" srcOrd="7" destOrd="0" presId="urn:microsoft.com/office/officeart/2005/8/layout/vList5"/>
    <dgm:cxn modelId="{A99868B9-DA3F-4358-B993-1212787460EE}" type="presParOf" srcId="{898A716C-36E0-4E86-A432-B84FA7931DB5}" destId="{AB2F8314-59F4-40B3-9546-188E799AA021}" srcOrd="8" destOrd="0" presId="urn:microsoft.com/office/officeart/2005/8/layout/vList5"/>
    <dgm:cxn modelId="{7A3FDAAF-A05D-455F-82DC-2F76486E08FA}" type="presParOf" srcId="{AB2F8314-59F4-40B3-9546-188E799AA021}" destId="{FDF0E0F7-D50F-4A33-9CC8-DADDF1CEB21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A734281-2B08-4022-8D53-13B9EEB637E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539A11D-A5AA-4D85-ADCF-0B0462E31C9B}">
      <dgm:prSet/>
      <dgm:spPr/>
      <dgm:t>
        <a:bodyPr/>
        <a:lstStyle/>
        <a:p>
          <a:r>
            <a:rPr lang="en-US" b="0" i="0" baseline="0"/>
            <a:t>1. C</a:t>
          </a:r>
          <a:endParaRPr lang="en-US"/>
        </a:p>
      </dgm:t>
    </dgm:pt>
    <dgm:pt modelId="{2C64CC2F-E884-4FF9-A738-BECB7B95A307}" type="parTrans" cxnId="{FB7ED7C7-5443-4F8D-A1E1-7C82F2926EC3}">
      <dgm:prSet/>
      <dgm:spPr/>
      <dgm:t>
        <a:bodyPr/>
        <a:lstStyle/>
        <a:p>
          <a:endParaRPr lang="en-US"/>
        </a:p>
      </dgm:t>
    </dgm:pt>
    <dgm:pt modelId="{2B733B59-A065-4EEE-AC5C-8D858AA79E48}" type="sibTrans" cxnId="{FB7ED7C7-5443-4F8D-A1E1-7C82F2926EC3}">
      <dgm:prSet/>
      <dgm:spPr/>
      <dgm:t>
        <a:bodyPr/>
        <a:lstStyle/>
        <a:p>
          <a:endParaRPr lang="en-US"/>
        </a:p>
      </dgm:t>
    </dgm:pt>
    <dgm:pt modelId="{E8E93766-DAD2-42FE-9779-BBB81F51AEAE}">
      <dgm:prSet/>
      <dgm:spPr/>
      <dgm:t>
        <a:bodyPr/>
        <a:lstStyle/>
        <a:p>
          <a:r>
            <a:rPr lang="en-US" b="0" i="0" baseline="0"/>
            <a:t>2. B</a:t>
          </a:r>
          <a:endParaRPr lang="en-US"/>
        </a:p>
      </dgm:t>
    </dgm:pt>
    <dgm:pt modelId="{23543B1C-54E4-478E-90AA-810D69E3DA28}" type="parTrans" cxnId="{34F17546-6405-4F1B-A511-544410D92681}">
      <dgm:prSet/>
      <dgm:spPr/>
      <dgm:t>
        <a:bodyPr/>
        <a:lstStyle/>
        <a:p>
          <a:endParaRPr lang="en-US"/>
        </a:p>
      </dgm:t>
    </dgm:pt>
    <dgm:pt modelId="{80CA9B57-A42A-4918-AB0F-2F8DDC4A919D}" type="sibTrans" cxnId="{34F17546-6405-4F1B-A511-544410D92681}">
      <dgm:prSet/>
      <dgm:spPr/>
      <dgm:t>
        <a:bodyPr/>
        <a:lstStyle/>
        <a:p>
          <a:endParaRPr lang="en-US"/>
        </a:p>
      </dgm:t>
    </dgm:pt>
    <dgm:pt modelId="{CEE2FAEA-7BE1-49C0-9FB0-D92378A139A7}">
      <dgm:prSet/>
      <dgm:spPr/>
      <dgm:t>
        <a:bodyPr/>
        <a:lstStyle/>
        <a:p>
          <a:r>
            <a:rPr lang="en-US" b="0" i="0" baseline="0"/>
            <a:t>3. C</a:t>
          </a:r>
          <a:endParaRPr lang="en-US"/>
        </a:p>
      </dgm:t>
    </dgm:pt>
    <dgm:pt modelId="{8D856CF0-5108-489F-810A-E36752085CE9}" type="parTrans" cxnId="{FED78707-B312-4A1F-A550-C1CD57908108}">
      <dgm:prSet/>
      <dgm:spPr/>
      <dgm:t>
        <a:bodyPr/>
        <a:lstStyle/>
        <a:p>
          <a:endParaRPr lang="en-US"/>
        </a:p>
      </dgm:t>
    </dgm:pt>
    <dgm:pt modelId="{AB3A47DA-4889-40AB-AC3E-615406295CA4}" type="sibTrans" cxnId="{FED78707-B312-4A1F-A550-C1CD57908108}">
      <dgm:prSet/>
      <dgm:spPr/>
      <dgm:t>
        <a:bodyPr/>
        <a:lstStyle/>
        <a:p>
          <a:endParaRPr lang="en-US"/>
        </a:p>
      </dgm:t>
    </dgm:pt>
    <dgm:pt modelId="{4B95C86B-B19C-4D13-AA30-49BBB74353CF}">
      <dgm:prSet/>
      <dgm:spPr/>
      <dgm:t>
        <a:bodyPr/>
        <a:lstStyle/>
        <a:p>
          <a:r>
            <a:rPr lang="en-US" b="0" i="0" baseline="0"/>
            <a:t>4. B</a:t>
          </a:r>
          <a:endParaRPr lang="en-US"/>
        </a:p>
      </dgm:t>
    </dgm:pt>
    <dgm:pt modelId="{1D52377E-6E4D-463A-8C9D-B247CB68F22D}" type="parTrans" cxnId="{B9E787CE-0F56-4A53-B835-81F6D4579F36}">
      <dgm:prSet/>
      <dgm:spPr/>
      <dgm:t>
        <a:bodyPr/>
        <a:lstStyle/>
        <a:p>
          <a:endParaRPr lang="en-US"/>
        </a:p>
      </dgm:t>
    </dgm:pt>
    <dgm:pt modelId="{D2B961AF-7D27-43AC-8513-59AB4786A2D2}" type="sibTrans" cxnId="{B9E787CE-0F56-4A53-B835-81F6D4579F36}">
      <dgm:prSet/>
      <dgm:spPr/>
      <dgm:t>
        <a:bodyPr/>
        <a:lstStyle/>
        <a:p>
          <a:endParaRPr lang="en-US"/>
        </a:p>
      </dgm:t>
    </dgm:pt>
    <dgm:pt modelId="{A59AC126-0785-488B-9B2E-43DB9B1565CE}">
      <dgm:prSet/>
      <dgm:spPr/>
      <dgm:t>
        <a:bodyPr/>
        <a:lstStyle/>
        <a:p>
          <a:r>
            <a:rPr lang="en-US" b="0" i="0" baseline="0"/>
            <a:t>5. A</a:t>
          </a:r>
          <a:endParaRPr lang="en-US"/>
        </a:p>
      </dgm:t>
    </dgm:pt>
    <dgm:pt modelId="{C255464B-0A57-4850-B0BF-AB03C75E590E}" type="parTrans" cxnId="{2FB366A1-A6C9-45E1-8B02-3178BAB63D1D}">
      <dgm:prSet/>
      <dgm:spPr/>
      <dgm:t>
        <a:bodyPr/>
        <a:lstStyle/>
        <a:p>
          <a:endParaRPr lang="en-US"/>
        </a:p>
      </dgm:t>
    </dgm:pt>
    <dgm:pt modelId="{88C15F19-3B15-454F-81EE-C86582B672A7}" type="sibTrans" cxnId="{2FB366A1-A6C9-45E1-8B02-3178BAB63D1D}">
      <dgm:prSet/>
      <dgm:spPr/>
      <dgm:t>
        <a:bodyPr/>
        <a:lstStyle/>
        <a:p>
          <a:endParaRPr lang="en-US"/>
        </a:p>
      </dgm:t>
    </dgm:pt>
    <dgm:pt modelId="{F71D7869-14B9-48B7-BD0D-C37427F9C8D0}">
      <dgm:prSet/>
      <dgm:spPr/>
      <dgm:t>
        <a:bodyPr/>
        <a:lstStyle/>
        <a:p>
          <a:r>
            <a:rPr lang="en-US" b="0" i="0" baseline="0"/>
            <a:t>6. B</a:t>
          </a:r>
          <a:endParaRPr lang="en-US"/>
        </a:p>
      </dgm:t>
    </dgm:pt>
    <dgm:pt modelId="{4141409F-4292-4115-9D54-EE15E09D30E5}" type="parTrans" cxnId="{743CD0BB-C5A4-4BED-98CE-68A01C625019}">
      <dgm:prSet/>
      <dgm:spPr/>
      <dgm:t>
        <a:bodyPr/>
        <a:lstStyle/>
        <a:p>
          <a:endParaRPr lang="en-US"/>
        </a:p>
      </dgm:t>
    </dgm:pt>
    <dgm:pt modelId="{BEF255C5-05FF-4F1F-955B-CB4D36982956}" type="sibTrans" cxnId="{743CD0BB-C5A4-4BED-98CE-68A01C625019}">
      <dgm:prSet/>
      <dgm:spPr/>
      <dgm:t>
        <a:bodyPr/>
        <a:lstStyle/>
        <a:p>
          <a:endParaRPr lang="en-US"/>
        </a:p>
      </dgm:t>
    </dgm:pt>
    <dgm:pt modelId="{2BE112C3-7CAC-4898-BF07-384B1490A5C6}">
      <dgm:prSet/>
      <dgm:spPr/>
      <dgm:t>
        <a:bodyPr/>
        <a:lstStyle/>
        <a:p>
          <a:r>
            <a:rPr lang="en-US" b="0" i="0" baseline="0"/>
            <a:t>7. C</a:t>
          </a:r>
          <a:endParaRPr lang="en-US"/>
        </a:p>
      </dgm:t>
    </dgm:pt>
    <dgm:pt modelId="{B476AA62-0401-46CB-A414-A9F133306263}" type="parTrans" cxnId="{60D04989-9F90-43A1-914D-339D5C7CE915}">
      <dgm:prSet/>
      <dgm:spPr/>
      <dgm:t>
        <a:bodyPr/>
        <a:lstStyle/>
        <a:p>
          <a:endParaRPr lang="en-US"/>
        </a:p>
      </dgm:t>
    </dgm:pt>
    <dgm:pt modelId="{1F052FCD-2359-469A-B8BB-1E61936956C9}" type="sibTrans" cxnId="{60D04989-9F90-43A1-914D-339D5C7CE915}">
      <dgm:prSet/>
      <dgm:spPr/>
      <dgm:t>
        <a:bodyPr/>
        <a:lstStyle/>
        <a:p>
          <a:endParaRPr lang="en-US"/>
        </a:p>
      </dgm:t>
    </dgm:pt>
    <dgm:pt modelId="{84C9277D-C2BF-4D4A-A0D0-98FD13E7F773}">
      <dgm:prSet/>
      <dgm:spPr/>
      <dgm:t>
        <a:bodyPr/>
        <a:lstStyle/>
        <a:p>
          <a:r>
            <a:rPr lang="en-US" b="0" i="0" baseline="0"/>
            <a:t>8. C</a:t>
          </a:r>
          <a:endParaRPr lang="en-US"/>
        </a:p>
      </dgm:t>
    </dgm:pt>
    <dgm:pt modelId="{0ADBB0CA-CE47-4A7D-92CE-48443E8DC8F4}" type="parTrans" cxnId="{D4B1DAD5-C747-4782-8BAD-31326F83F392}">
      <dgm:prSet/>
      <dgm:spPr/>
      <dgm:t>
        <a:bodyPr/>
        <a:lstStyle/>
        <a:p>
          <a:endParaRPr lang="en-US"/>
        </a:p>
      </dgm:t>
    </dgm:pt>
    <dgm:pt modelId="{01488EEC-FB20-438D-908A-44CFE78A40FF}" type="sibTrans" cxnId="{D4B1DAD5-C747-4782-8BAD-31326F83F392}">
      <dgm:prSet/>
      <dgm:spPr/>
      <dgm:t>
        <a:bodyPr/>
        <a:lstStyle/>
        <a:p>
          <a:endParaRPr lang="en-US"/>
        </a:p>
      </dgm:t>
    </dgm:pt>
    <dgm:pt modelId="{2C2B1CE9-4F43-4705-97A7-62BDBE9F47FC}">
      <dgm:prSet/>
      <dgm:spPr/>
      <dgm:t>
        <a:bodyPr/>
        <a:lstStyle/>
        <a:p>
          <a:r>
            <a:rPr lang="en-US" b="0" i="0" baseline="0"/>
            <a:t>9. B</a:t>
          </a:r>
          <a:endParaRPr lang="en-US"/>
        </a:p>
      </dgm:t>
    </dgm:pt>
    <dgm:pt modelId="{3F9AC8BE-8B34-4535-B97D-5489CE5401BA}" type="parTrans" cxnId="{F5938D40-9109-4416-BAFB-3CB3D214EC1E}">
      <dgm:prSet/>
      <dgm:spPr/>
      <dgm:t>
        <a:bodyPr/>
        <a:lstStyle/>
        <a:p>
          <a:endParaRPr lang="en-US"/>
        </a:p>
      </dgm:t>
    </dgm:pt>
    <dgm:pt modelId="{FDCC3AF2-992D-48FF-9D9A-5A48410BF7EA}" type="sibTrans" cxnId="{F5938D40-9109-4416-BAFB-3CB3D214EC1E}">
      <dgm:prSet/>
      <dgm:spPr/>
      <dgm:t>
        <a:bodyPr/>
        <a:lstStyle/>
        <a:p>
          <a:endParaRPr lang="en-US"/>
        </a:p>
      </dgm:t>
    </dgm:pt>
    <dgm:pt modelId="{7CB5DB83-4430-4C2F-833F-DE4B7E56131C}">
      <dgm:prSet/>
      <dgm:spPr/>
      <dgm:t>
        <a:bodyPr/>
        <a:lstStyle/>
        <a:p>
          <a:r>
            <a:rPr lang="en-US" b="0" i="0" baseline="0"/>
            <a:t>10. D</a:t>
          </a:r>
          <a:endParaRPr lang="en-US"/>
        </a:p>
      </dgm:t>
    </dgm:pt>
    <dgm:pt modelId="{4878ECFB-15AA-445A-8BAC-1D62309C9BBC}" type="parTrans" cxnId="{0DFB1248-5631-4312-969A-8BADE54B7751}">
      <dgm:prSet/>
      <dgm:spPr/>
      <dgm:t>
        <a:bodyPr/>
        <a:lstStyle/>
        <a:p>
          <a:endParaRPr lang="en-US"/>
        </a:p>
      </dgm:t>
    </dgm:pt>
    <dgm:pt modelId="{32CA1A99-7D9E-417F-B7D8-2BA745C6A48F}" type="sibTrans" cxnId="{0DFB1248-5631-4312-969A-8BADE54B7751}">
      <dgm:prSet/>
      <dgm:spPr/>
      <dgm:t>
        <a:bodyPr/>
        <a:lstStyle/>
        <a:p>
          <a:endParaRPr lang="en-US"/>
        </a:p>
      </dgm:t>
    </dgm:pt>
    <dgm:pt modelId="{20F5C42D-D7A8-45E8-ADCB-7D73406ED0FB}" type="pres">
      <dgm:prSet presAssocID="{6A734281-2B08-4022-8D53-13B9EEB637E8}" presName="diagram" presStyleCnt="0">
        <dgm:presLayoutVars>
          <dgm:dir/>
          <dgm:resizeHandles val="exact"/>
        </dgm:presLayoutVars>
      </dgm:prSet>
      <dgm:spPr/>
    </dgm:pt>
    <dgm:pt modelId="{03909E47-3979-4349-9BFE-5ECDFC66F15D}" type="pres">
      <dgm:prSet presAssocID="{A539A11D-A5AA-4D85-ADCF-0B0462E31C9B}" presName="node" presStyleLbl="node1" presStyleIdx="0" presStyleCnt="10">
        <dgm:presLayoutVars>
          <dgm:bulletEnabled val="1"/>
        </dgm:presLayoutVars>
      </dgm:prSet>
      <dgm:spPr/>
    </dgm:pt>
    <dgm:pt modelId="{2F4776FF-A844-44BC-8075-64EAF71939BC}" type="pres">
      <dgm:prSet presAssocID="{2B733B59-A065-4EEE-AC5C-8D858AA79E48}" presName="sibTrans" presStyleCnt="0"/>
      <dgm:spPr/>
    </dgm:pt>
    <dgm:pt modelId="{70AC5D44-B104-465C-B86E-2719FA508A9F}" type="pres">
      <dgm:prSet presAssocID="{E8E93766-DAD2-42FE-9779-BBB81F51AEAE}" presName="node" presStyleLbl="node1" presStyleIdx="1" presStyleCnt="10">
        <dgm:presLayoutVars>
          <dgm:bulletEnabled val="1"/>
        </dgm:presLayoutVars>
      </dgm:prSet>
      <dgm:spPr/>
    </dgm:pt>
    <dgm:pt modelId="{99A26C97-2CB0-4A25-A027-C7E2F9E728DD}" type="pres">
      <dgm:prSet presAssocID="{80CA9B57-A42A-4918-AB0F-2F8DDC4A919D}" presName="sibTrans" presStyleCnt="0"/>
      <dgm:spPr/>
    </dgm:pt>
    <dgm:pt modelId="{65F73247-375F-4784-8B4A-9FD6777D74E6}" type="pres">
      <dgm:prSet presAssocID="{CEE2FAEA-7BE1-49C0-9FB0-D92378A139A7}" presName="node" presStyleLbl="node1" presStyleIdx="2" presStyleCnt="10">
        <dgm:presLayoutVars>
          <dgm:bulletEnabled val="1"/>
        </dgm:presLayoutVars>
      </dgm:prSet>
      <dgm:spPr/>
    </dgm:pt>
    <dgm:pt modelId="{D60EBD63-3048-49D2-98F1-8D9396A80194}" type="pres">
      <dgm:prSet presAssocID="{AB3A47DA-4889-40AB-AC3E-615406295CA4}" presName="sibTrans" presStyleCnt="0"/>
      <dgm:spPr/>
    </dgm:pt>
    <dgm:pt modelId="{0A69AFB8-49D8-4BFE-B95F-009874C36CA9}" type="pres">
      <dgm:prSet presAssocID="{4B95C86B-B19C-4D13-AA30-49BBB74353CF}" presName="node" presStyleLbl="node1" presStyleIdx="3" presStyleCnt="10">
        <dgm:presLayoutVars>
          <dgm:bulletEnabled val="1"/>
        </dgm:presLayoutVars>
      </dgm:prSet>
      <dgm:spPr/>
    </dgm:pt>
    <dgm:pt modelId="{177A287B-B1CB-443B-8447-AEA2EE5E2AE2}" type="pres">
      <dgm:prSet presAssocID="{D2B961AF-7D27-43AC-8513-59AB4786A2D2}" presName="sibTrans" presStyleCnt="0"/>
      <dgm:spPr/>
    </dgm:pt>
    <dgm:pt modelId="{248242A9-53A7-4229-B529-39AB623F7E77}" type="pres">
      <dgm:prSet presAssocID="{A59AC126-0785-488B-9B2E-43DB9B1565CE}" presName="node" presStyleLbl="node1" presStyleIdx="4" presStyleCnt="10">
        <dgm:presLayoutVars>
          <dgm:bulletEnabled val="1"/>
        </dgm:presLayoutVars>
      </dgm:prSet>
      <dgm:spPr/>
    </dgm:pt>
    <dgm:pt modelId="{C5E66F93-8763-4ACB-8D62-9458E15CA48F}" type="pres">
      <dgm:prSet presAssocID="{88C15F19-3B15-454F-81EE-C86582B672A7}" presName="sibTrans" presStyleCnt="0"/>
      <dgm:spPr/>
    </dgm:pt>
    <dgm:pt modelId="{8C135623-307A-4EB3-B4BB-4EA36D748B14}" type="pres">
      <dgm:prSet presAssocID="{F71D7869-14B9-48B7-BD0D-C37427F9C8D0}" presName="node" presStyleLbl="node1" presStyleIdx="5" presStyleCnt="10">
        <dgm:presLayoutVars>
          <dgm:bulletEnabled val="1"/>
        </dgm:presLayoutVars>
      </dgm:prSet>
      <dgm:spPr/>
    </dgm:pt>
    <dgm:pt modelId="{6305C0E2-66CE-40CE-B4EF-8D87B170EC2B}" type="pres">
      <dgm:prSet presAssocID="{BEF255C5-05FF-4F1F-955B-CB4D36982956}" presName="sibTrans" presStyleCnt="0"/>
      <dgm:spPr/>
    </dgm:pt>
    <dgm:pt modelId="{9FEE5791-7DE5-4A13-B85B-938DECB79E85}" type="pres">
      <dgm:prSet presAssocID="{2BE112C3-7CAC-4898-BF07-384B1490A5C6}" presName="node" presStyleLbl="node1" presStyleIdx="6" presStyleCnt="10">
        <dgm:presLayoutVars>
          <dgm:bulletEnabled val="1"/>
        </dgm:presLayoutVars>
      </dgm:prSet>
      <dgm:spPr/>
    </dgm:pt>
    <dgm:pt modelId="{6B5354BE-7E81-4AD2-BCAC-43A3236EE0CA}" type="pres">
      <dgm:prSet presAssocID="{1F052FCD-2359-469A-B8BB-1E61936956C9}" presName="sibTrans" presStyleCnt="0"/>
      <dgm:spPr/>
    </dgm:pt>
    <dgm:pt modelId="{DCCDCBF6-D97B-4DAB-8EF4-B2CD86C5550D}" type="pres">
      <dgm:prSet presAssocID="{84C9277D-C2BF-4D4A-A0D0-98FD13E7F773}" presName="node" presStyleLbl="node1" presStyleIdx="7" presStyleCnt="10">
        <dgm:presLayoutVars>
          <dgm:bulletEnabled val="1"/>
        </dgm:presLayoutVars>
      </dgm:prSet>
      <dgm:spPr/>
    </dgm:pt>
    <dgm:pt modelId="{CF382BD8-2F1B-44B3-AD75-DE43D76F84AD}" type="pres">
      <dgm:prSet presAssocID="{01488EEC-FB20-438D-908A-44CFE78A40FF}" presName="sibTrans" presStyleCnt="0"/>
      <dgm:spPr/>
    </dgm:pt>
    <dgm:pt modelId="{569FF7C3-2C2D-44D0-885D-DA828D52758D}" type="pres">
      <dgm:prSet presAssocID="{2C2B1CE9-4F43-4705-97A7-62BDBE9F47FC}" presName="node" presStyleLbl="node1" presStyleIdx="8" presStyleCnt="10">
        <dgm:presLayoutVars>
          <dgm:bulletEnabled val="1"/>
        </dgm:presLayoutVars>
      </dgm:prSet>
      <dgm:spPr/>
    </dgm:pt>
    <dgm:pt modelId="{296121DB-EE16-4733-AF04-8A4771911BE0}" type="pres">
      <dgm:prSet presAssocID="{FDCC3AF2-992D-48FF-9D9A-5A48410BF7EA}" presName="sibTrans" presStyleCnt="0"/>
      <dgm:spPr/>
    </dgm:pt>
    <dgm:pt modelId="{A8356034-0F4E-4269-BC04-0FFE44B2BB13}" type="pres">
      <dgm:prSet presAssocID="{7CB5DB83-4430-4C2F-833F-DE4B7E56131C}" presName="node" presStyleLbl="node1" presStyleIdx="9" presStyleCnt="10">
        <dgm:presLayoutVars>
          <dgm:bulletEnabled val="1"/>
        </dgm:presLayoutVars>
      </dgm:prSet>
      <dgm:spPr/>
    </dgm:pt>
  </dgm:ptLst>
  <dgm:cxnLst>
    <dgm:cxn modelId="{FED78707-B312-4A1F-A550-C1CD57908108}" srcId="{6A734281-2B08-4022-8D53-13B9EEB637E8}" destId="{CEE2FAEA-7BE1-49C0-9FB0-D92378A139A7}" srcOrd="2" destOrd="0" parTransId="{8D856CF0-5108-489F-810A-E36752085CE9}" sibTransId="{AB3A47DA-4889-40AB-AC3E-615406295CA4}"/>
    <dgm:cxn modelId="{17DA3E0A-CCA8-469A-9DE3-987DB78F7F45}" type="presOf" srcId="{7CB5DB83-4430-4C2F-833F-DE4B7E56131C}" destId="{A8356034-0F4E-4269-BC04-0FFE44B2BB13}" srcOrd="0" destOrd="0" presId="urn:microsoft.com/office/officeart/2005/8/layout/default"/>
    <dgm:cxn modelId="{57A59F36-FD13-4325-9DDA-633C917F79A6}" type="presOf" srcId="{A59AC126-0785-488B-9B2E-43DB9B1565CE}" destId="{248242A9-53A7-4229-B529-39AB623F7E77}" srcOrd="0" destOrd="0" presId="urn:microsoft.com/office/officeart/2005/8/layout/default"/>
    <dgm:cxn modelId="{F5938D40-9109-4416-BAFB-3CB3D214EC1E}" srcId="{6A734281-2B08-4022-8D53-13B9EEB637E8}" destId="{2C2B1CE9-4F43-4705-97A7-62BDBE9F47FC}" srcOrd="8" destOrd="0" parTransId="{3F9AC8BE-8B34-4535-B97D-5489CE5401BA}" sibTransId="{FDCC3AF2-992D-48FF-9D9A-5A48410BF7EA}"/>
    <dgm:cxn modelId="{1188325B-5CEE-43B5-9201-F3D0AE848EB7}" type="presOf" srcId="{F71D7869-14B9-48B7-BD0D-C37427F9C8D0}" destId="{8C135623-307A-4EB3-B4BB-4EA36D748B14}" srcOrd="0" destOrd="0" presId="urn:microsoft.com/office/officeart/2005/8/layout/default"/>
    <dgm:cxn modelId="{34F17546-6405-4F1B-A511-544410D92681}" srcId="{6A734281-2B08-4022-8D53-13B9EEB637E8}" destId="{E8E93766-DAD2-42FE-9779-BBB81F51AEAE}" srcOrd="1" destOrd="0" parTransId="{23543B1C-54E4-478E-90AA-810D69E3DA28}" sibTransId="{80CA9B57-A42A-4918-AB0F-2F8DDC4A919D}"/>
    <dgm:cxn modelId="{0DFB1248-5631-4312-969A-8BADE54B7751}" srcId="{6A734281-2B08-4022-8D53-13B9EEB637E8}" destId="{7CB5DB83-4430-4C2F-833F-DE4B7E56131C}" srcOrd="9" destOrd="0" parTransId="{4878ECFB-15AA-445A-8BAC-1D62309C9BBC}" sibTransId="{32CA1A99-7D9E-417F-B7D8-2BA745C6A48F}"/>
    <dgm:cxn modelId="{CC56CF71-0C0E-430D-97F0-CED4D0E87E08}" type="presOf" srcId="{2C2B1CE9-4F43-4705-97A7-62BDBE9F47FC}" destId="{569FF7C3-2C2D-44D0-885D-DA828D52758D}" srcOrd="0" destOrd="0" presId="urn:microsoft.com/office/officeart/2005/8/layout/default"/>
    <dgm:cxn modelId="{60D04989-9F90-43A1-914D-339D5C7CE915}" srcId="{6A734281-2B08-4022-8D53-13B9EEB637E8}" destId="{2BE112C3-7CAC-4898-BF07-384B1490A5C6}" srcOrd="6" destOrd="0" parTransId="{B476AA62-0401-46CB-A414-A9F133306263}" sibTransId="{1F052FCD-2359-469A-B8BB-1E61936956C9}"/>
    <dgm:cxn modelId="{E38F0195-445D-4C11-9985-D067FF9D4B57}" type="presOf" srcId="{E8E93766-DAD2-42FE-9779-BBB81F51AEAE}" destId="{70AC5D44-B104-465C-B86E-2719FA508A9F}" srcOrd="0" destOrd="0" presId="urn:microsoft.com/office/officeart/2005/8/layout/default"/>
    <dgm:cxn modelId="{2FB366A1-A6C9-45E1-8B02-3178BAB63D1D}" srcId="{6A734281-2B08-4022-8D53-13B9EEB637E8}" destId="{A59AC126-0785-488B-9B2E-43DB9B1565CE}" srcOrd="4" destOrd="0" parTransId="{C255464B-0A57-4850-B0BF-AB03C75E590E}" sibTransId="{88C15F19-3B15-454F-81EE-C86582B672A7}"/>
    <dgm:cxn modelId="{E5EAE5B3-BCA7-4D6E-B6A7-6490EB4FD49E}" type="presOf" srcId="{A539A11D-A5AA-4D85-ADCF-0B0462E31C9B}" destId="{03909E47-3979-4349-9BFE-5ECDFC66F15D}" srcOrd="0" destOrd="0" presId="urn:microsoft.com/office/officeart/2005/8/layout/default"/>
    <dgm:cxn modelId="{206AF9B6-E5D2-4BCC-8E43-07B0C8A0B85A}" type="presOf" srcId="{2BE112C3-7CAC-4898-BF07-384B1490A5C6}" destId="{9FEE5791-7DE5-4A13-B85B-938DECB79E85}" srcOrd="0" destOrd="0" presId="urn:microsoft.com/office/officeart/2005/8/layout/default"/>
    <dgm:cxn modelId="{743CD0BB-C5A4-4BED-98CE-68A01C625019}" srcId="{6A734281-2B08-4022-8D53-13B9EEB637E8}" destId="{F71D7869-14B9-48B7-BD0D-C37427F9C8D0}" srcOrd="5" destOrd="0" parTransId="{4141409F-4292-4115-9D54-EE15E09D30E5}" sibTransId="{BEF255C5-05FF-4F1F-955B-CB4D36982956}"/>
    <dgm:cxn modelId="{CF5D74C5-2B12-4DA4-ACA2-3546161A7DC9}" type="presOf" srcId="{4B95C86B-B19C-4D13-AA30-49BBB74353CF}" destId="{0A69AFB8-49D8-4BFE-B95F-009874C36CA9}" srcOrd="0" destOrd="0" presId="urn:microsoft.com/office/officeart/2005/8/layout/default"/>
    <dgm:cxn modelId="{FB7ED7C7-5443-4F8D-A1E1-7C82F2926EC3}" srcId="{6A734281-2B08-4022-8D53-13B9EEB637E8}" destId="{A539A11D-A5AA-4D85-ADCF-0B0462E31C9B}" srcOrd="0" destOrd="0" parTransId="{2C64CC2F-E884-4FF9-A738-BECB7B95A307}" sibTransId="{2B733B59-A065-4EEE-AC5C-8D858AA79E48}"/>
    <dgm:cxn modelId="{B9E787CE-0F56-4A53-B835-81F6D4579F36}" srcId="{6A734281-2B08-4022-8D53-13B9EEB637E8}" destId="{4B95C86B-B19C-4D13-AA30-49BBB74353CF}" srcOrd="3" destOrd="0" parTransId="{1D52377E-6E4D-463A-8C9D-B247CB68F22D}" sibTransId="{D2B961AF-7D27-43AC-8513-59AB4786A2D2}"/>
    <dgm:cxn modelId="{D4B1DAD5-C747-4782-8BAD-31326F83F392}" srcId="{6A734281-2B08-4022-8D53-13B9EEB637E8}" destId="{84C9277D-C2BF-4D4A-A0D0-98FD13E7F773}" srcOrd="7" destOrd="0" parTransId="{0ADBB0CA-CE47-4A7D-92CE-48443E8DC8F4}" sibTransId="{01488EEC-FB20-438D-908A-44CFE78A40FF}"/>
    <dgm:cxn modelId="{006927D9-882A-424B-B77A-ECAD576BA125}" type="presOf" srcId="{84C9277D-C2BF-4D4A-A0D0-98FD13E7F773}" destId="{DCCDCBF6-D97B-4DAB-8EF4-B2CD86C5550D}" srcOrd="0" destOrd="0" presId="urn:microsoft.com/office/officeart/2005/8/layout/default"/>
    <dgm:cxn modelId="{E73685EA-BF15-480A-B446-D3FA256755F3}" type="presOf" srcId="{6A734281-2B08-4022-8D53-13B9EEB637E8}" destId="{20F5C42D-D7A8-45E8-ADCB-7D73406ED0FB}" srcOrd="0" destOrd="0" presId="urn:microsoft.com/office/officeart/2005/8/layout/default"/>
    <dgm:cxn modelId="{5F5115F8-0B03-4E21-B435-1B114BDB66FF}" type="presOf" srcId="{CEE2FAEA-7BE1-49C0-9FB0-D92378A139A7}" destId="{65F73247-375F-4784-8B4A-9FD6777D74E6}" srcOrd="0" destOrd="0" presId="urn:microsoft.com/office/officeart/2005/8/layout/default"/>
    <dgm:cxn modelId="{B96FDF4B-EF81-4C58-8C4A-9C6DEBD3C72F}" type="presParOf" srcId="{20F5C42D-D7A8-45E8-ADCB-7D73406ED0FB}" destId="{03909E47-3979-4349-9BFE-5ECDFC66F15D}" srcOrd="0" destOrd="0" presId="urn:microsoft.com/office/officeart/2005/8/layout/default"/>
    <dgm:cxn modelId="{666C9C42-8F03-4CFC-829A-D296AE59B03D}" type="presParOf" srcId="{20F5C42D-D7A8-45E8-ADCB-7D73406ED0FB}" destId="{2F4776FF-A844-44BC-8075-64EAF71939BC}" srcOrd="1" destOrd="0" presId="urn:microsoft.com/office/officeart/2005/8/layout/default"/>
    <dgm:cxn modelId="{A57DBA18-EA41-4855-B1CF-B87944DC7F99}" type="presParOf" srcId="{20F5C42D-D7A8-45E8-ADCB-7D73406ED0FB}" destId="{70AC5D44-B104-465C-B86E-2719FA508A9F}" srcOrd="2" destOrd="0" presId="urn:microsoft.com/office/officeart/2005/8/layout/default"/>
    <dgm:cxn modelId="{2A52E119-10F8-4808-BD8B-F1AE9EFAC70F}" type="presParOf" srcId="{20F5C42D-D7A8-45E8-ADCB-7D73406ED0FB}" destId="{99A26C97-2CB0-4A25-A027-C7E2F9E728DD}" srcOrd="3" destOrd="0" presId="urn:microsoft.com/office/officeart/2005/8/layout/default"/>
    <dgm:cxn modelId="{BB0AE2FB-3672-43D0-8F91-4330C1F571FA}" type="presParOf" srcId="{20F5C42D-D7A8-45E8-ADCB-7D73406ED0FB}" destId="{65F73247-375F-4784-8B4A-9FD6777D74E6}" srcOrd="4" destOrd="0" presId="urn:microsoft.com/office/officeart/2005/8/layout/default"/>
    <dgm:cxn modelId="{CB7CA061-F79A-473D-A5AD-DCD0E776B1ED}" type="presParOf" srcId="{20F5C42D-D7A8-45E8-ADCB-7D73406ED0FB}" destId="{D60EBD63-3048-49D2-98F1-8D9396A80194}" srcOrd="5" destOrd="0" presId="urn:microsoft.com/office/officeart/2005/8/layout/default"/>
    <dgm:cxn modelId="{29B03D8E-A761-40E8-AFFB-A6350BF36733}" type="presParOf" srcId="{20F5C42D-D7A8-45E8-ADCB-7D73406ED0FB}" destId="{0A69AFB8-49D8-4BFE-B95F-009874C36CA9}" srcOrd="6" destOrd="0" presId="urn:microsoft.com/office/officeart/2005/8/layout/default"/>
    <dgm:cxn modelId="{C676A278-45FE-445D-B903-3406BD54AE80}" type="presParOf" srcId="{20F5C42D-D7A8-45E8-ADCB-7D73406ED0FB}" destId="{177A287B-B1CB-443B-8447-AEA2EE5E2AE2}" srcOrd="7" destOrd="0" presId="urn:microsoft.com/office/officeart/2005/8/layout/default"/>
    <dgm:cxn modelId="{D32FC48A-3BFD-48AC-B5F5-07B2BF44F21D}" type="presParOf" srcId="{20F5C42D-D7A8-45E8-ADCB-7D73406ED0FB}" destId="{248242A9-53A7-4229-B529-39AB623F7E77}" srcOrd="8" destOrd="0" presId="urn:microsoft.com/office/officeart/2005/8/layout/default"/>
    <dgm:cxn modelId="{69EABFEB-D87C-4D4A-8334-B06579DD1750}" type="presParOf" srcId="{20F5C42D-D7A8-45E8-ADCB-7D73406ED0FB}" destId="{C5E66F93-8763-4ACB-8D62-9458E15CA48F}" srcOrd="9" destOrd="0" presId="urn:microsoft.com/office/officeart/2005/8/layout/default"/>
    <dgm:cxn modelId="{F4600FA5-D5E8-42F8-81E2-D8A241122077}" type="presParOf" srcId="{20F5C42D-D7A8-45E8-ADCB-7D73406ED0FB}" destId="{8C135623-307A-4EB3-B4BB-4EA36D748B14}" srcOrd="10" destOrd="0" presId="urn:microsoft.com/office/officeart/2005/8/layout/default"/>
    <dgm:cxn modelId="{FDD2DA1F-03A2-42FE-922B-124DBE402E1C}" type="presParOf" srcId="{20F5C42D-D7A8-45E8-ADCB-7D73406ED0FB}" destId="{6305C0E2-66CE-40CE-B4EF-8D87B170EC2B}" srcOrd="11" destOrd="0" presId="urn:microsoft.com/office/officeart/2005/8/layout/default"/>
    <dgm:cxn modelId="{26E3E7E3-0441-4530-8999-464128E21699}" type="presParOf" srcId="{20F5C42D-D7A8-45E8-ADCB-7D73406ED0FB}" destId="{9FEE5791-7DE5-4A13-B85B-938DECB79E85}" srcOrd="12" destOrd="0" presId="urn:microsoft.com/office/officeart/2005/8/layout/default"/>
    <dgm:cxn modelId="{E80088AB-E3BD-4C4F-A934-73844536C896}" type="presParOf" srcId="{20F5C42D-D7A8-45E8-ADCB-7D73406ED0FB}" destId="{6B5354BE-7E81-4AD2-BCAC-43A3236EE0CA}" srcOrd="13" destOrd="0" presId="urn:microsoft.com/office/officeart/2005/8/layout/default"/>
    <dgm:cxn modelId="{D68FFCFB-0A64-4E8A-ABA9-1C5EE362CCB2}" type="presParOf" srcId="{20F5C42D-D7A8-45E8-ADCB-7D73406ED0FB}" destId="{DCCDCBF6-D97B-4DAB-8EF4-B2CD86C5550D}" srcOrd="14" destOrd="0" presId="urn:microsoft.com/office/officeart/2005/8/layout/default"/>
    <dgm:cxn modelId="{86F3C6CC-0832-4A85-B2D8-81A7DA8CEE84}" type="presParOf" srcId="{20F5C42D-D7A8-45E8-ADCB-7D73406ED0FB}" destId="{CF382BD8-2F1B-44B3-AD75-DE43D76F84AD}" srcOrd="15" destOrd="0" presId="urn:microsoft.com/office/officeart/2005/8/layout/default"/>
    <dgm:cxn modelId="{423B0122-648F-42AC-B6E6-F5E8368A3757}" type="presParOf" srcId="{20F5C42D-D7A8-45E8-ADCB-7D73406ED0FB}" destId="{569FF7C3-2C2D-44D0-885D-DA828D52758D}" srcOrd="16" destOrd="0" presId="urn:microsoft.com/office/officeart/2005/8/layout/default"/>
    <dgm:cxn modelId="{345CCD4B-5843-4EBD-A965-2DA5C4E9B3FA}" type="presParOf" srcId="{20F5C42D-D7A8-45E8-ADCB-7D73406ED0FB}" destId="{296121DB-EE16-4733-AF04-8A4771911BE0}" srcOrd="17" destOrd="0" presId="urn:microsoft.com/office/officeart/2005/8/layout/default"/>
    <dgm:cxn modelId="{66C8B465-6C04-4A0A-A284-71D9A386F355}" type="presParOf" srcId="{20F5C42D-D7A8-45E8-ADCB-7D73406ED0FB}" destId="{A8356034-0F4E-4269-BC04-0FFE44B2BB13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D73968E-57EF-4E12-8D6C-8D45C33D22B8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AFD314-8BFE-4E90-88FC-DA1C78E50A42}">
      <dgm:prSet/>
      <dgm:spPr/>
      <dgm:t>
        <a:bodyPr/>
        <a:lstStyle/>
        <a:p>
          <a:r>
            <a:rPr lang="en-US"/>
            <a:t>Count</a:t>
          </a:r>
        </a:p>
      </dgm:t>
    </dgm:pt>
    <dgm:pt modelId="{DE8F4B1E-1AD9-4D4C-ACD9-1F39221B792D}" type="parTrans" cxnId="{D363F1E5-18DC-4583-A139-E91CF4AD1B8E}">
      <dgm:prSet/>
      <dgm:spPr/>
      <dgm:t>
        <a:bodyPr/>
        <a:lstStyle/>
        <a:p>
          <a:endParaRPr lang="en-US"/>
        </a:p>
      </dgm:t>
    </dgm:pt>
    <dgm:pt modelId="{5EACBB74-C12D-42AF-9D12-5F061B07B86E}" type="sibTrans" cxnId="{D363F1E5-18DC-4583-A139-E91CF4AD1B8E}">
      <dgm:prSet/>
      <dgm:spPr/>
      <dgm:t>
        <a:bodyPr/>
        <a:lstStyle/>
        <a:p>
          <a:endParaRPr lang="en-US"/>
        </a:p>
      </dgm:t>
    </dgm:pt>
    <dgm:pt modelId="{C1181286-48FC-493B-951F-D29C8E6D0EE3}">
      <dgm:prSet/>
      <dgm:spPr/>
      <dgm:t>
        <a:bodyPr/>
        <a:lstStyle/>
        <a:p>
          <a:r>
            <a:rPr lang="en-US" b="1" dirty="0"/>
            <a:t>1- Count Occurrences </a:t>
          </a:r>
        </a:p>
      </dgm:t>
    </dgm:pt>
    <dgm:pt modelId="{25F92214-985C-42AE-BB7D-55585D76E877}" type="parTrans" cxnId="{26ED8EFC-1FA5-4FC5-935F-4FBBB4442D79}">
      <dgm:prSet/>
      <dgm:spPr/>
      <dgm:t>
        <a:bodyPr/>
        <a:lstStyle/>
        <a:p>
          <a:endParaRPr lang="en-US"/>
        </a:p>
      </dgm:t>
    </dgm:pt>
    <dgm:pt modelId="{F0FF0081-7B34-437C-BD39-CC931D651403}" type="sibTrans" cxnId="{26ED8EFC-1FA5-4FC5-935F-4FBBB4442D79}">
      <dgm:prSet/>
      <dgm:spPr/>
      <dgm:t>
        <a:bodyPr/>
        <a:lstStyle/>
        <a:p>
          <a:endParaRPr lang="en-US"/>
        </a:p>
      </dgm:t>
    </dgm:pt>
    <dgm:pt modelId="{6BD236FC-15BC-47DF-BEA6-AD9F93AC74AA}">
      <dgm:prSet/>
      <dgm:spPr/>
      <dgm:t>
        <a:bodyPr/>
        <a:lstStyle/>
        <a:p>
          <a:r>
            <a:rPr lang="en-US"/>
            <a:t>Write</a:t>
          </a:r>
        </a:p>
      </dgm:t>
    </dgm:pt>
    <dgm:pt modelId="{45EF8602-AE71-4D2B-95C2-5F81445EB60D}" type="parTrans" cxnId="{211A3B96-B66D-481E-9237-EB6029C152D7}">
      <dgm:prSet/>
      <dgm:spPr/>
      <dgm:t>
        <a:bodyPr/>
        <a:lstStyle/>
        <a:p>
          <a:endParaRPr lang="en-US"/>
        </a:p>
      </dgm:t>
    </dgm:pt>
    <dgm:pt modelId="{7439F701-C661-4415-B5AA-3846B4CB3899}" type="sibTrans" cxnId="{211A3B96-B66D-481E-9237-EB6029C152D7}">
      <dgm:prSet/>
      <dgm:spPr/>
      <dgm:t>
        <a:bodyPr/>
        <a:lstStyle/>
        <a:p>
          <a:endParaRPr lang="en-US"/>
        </a:p>
      </dgm:t>
    </dgm:pt>
    <dgm:pt modelId="{C27235CA-2BF1-4386-BF09-278E9B6E0D36}">
      <dgm:prSet/>
      <dgm:spPr/>
      <dgm:t>
        <a:bodyPr/>
        <a:lstStyle/>
        <a:p>
          <a:r>
            <a:rPr lang="en-US"/>
            <a:t>Write code that counts how many times "a" appears in this list: letters = ["a", "b", "a", "c", "a"]</a:t>
          </a:r>
        </a:p>
      </dgm:t>
    </dgm:pt>
    <dgm:pt modelId="{2C3E5B98-9472-415C-A3B3-6B8AADF27D35}" type="parTrans" cxnId="{696932F1-A721-4A3F-B477-2AE3842750D9}">
      <dgm:prSet/>
      <dgm:spPr/>
      <dgm:t>
        <a:bodyPr/>
        <a:lstStyle/>
        <a:p>
          <a:endParaRPr lang="en-US"/>
        </a:p>
      </dgm:t>
    </dgm:pt>
    <dgm:pt modelId="{F2FE8486-5FA0-4D53-A278-D0AA7E3A742B}" type="sibTrans" cxnId="{696932F1-A721-4A3F-B477-2AE3842750D9}">
      <dgm:prSet/>
      <dgm:spPr/>
      <dgm:t>
        <a:bodyPr/>
        <a:lstStyle/>
        <a:p>
          <a:endParaRPr lang="en-US"/>
        </a:p>
      </dgm:t>
    </dgm:pt>
    <dgm:pt modelId="{C29FDBCE-C189-4F3E-BEE6-7F65A0D71102}">
      <dgm:prSet/>
      <dgm:spPr/>
      <dgm:t>
        <a:bodyPr/>
        <a:lstStyle/>
        <a:p>
          <a:r>
            <a:rPr lang="en-US"/>
            <a:t>Filter</a:t>
          </a:r>
        </a:p>
      </dgm:t>
    </dgm:pt>
    <dgm:pt modelId="{B75E3A97-EF96-415E-8933-84DDFB70812E}" type="parTrans" cxnId="{B9C9836A-792A-4DCB-BCCB-4CFAC314A1B3}">
      <dgm:prSet/>
      <dgm:spPr/>
      <dgm:t>
        <a:bodyPr/>
        <a:lstStyle/>
        <a:p>
          <a:endParaRPr lang="en-US"/>
        </a:p>
      </dgm:t>
    </dgm:pt>
    <dgm:pt modelId="{752F645B-167F-4BF6-B5D0-48CF73DBD1FC}" type="sibTrans" cxnId="{B9C9836A-792A-4DCB-BCCB-4CFAC314A1B3}">
      <dgm:prSet/>
      <dgm:spPr/>
      <dgm:t>
        <a:bodyPr/>
        <a:lstStyle/>
        <a:p>
          <a:endParaRPr lang="en-US"/>
        </a:p>
      </dgm:t>
    </dgm:pt>
    <dgm:pt modelId="{1A0FEDE5-741C-4797-9975-DF7FA70AEC71}">
      <dgm:prSet/>
      <dgm:spPr/>
      <dgm:t>
        <a:bodyPr/>
        <a:lstStyle/>
        <a:p>
          <a:r>
            <a:rPr lang="en-US" b="1" dirty="0"/>
            <a:t>2- Filter Even Numbers Given: </a:t>
          </a:r>
          <a:r>
            <a:rPr lang="en-US" b="1" dirty="0" err="1"/>
            <a:t>nums</a:t>
          </a:r>
          <a:r>
            <a:rPr lang="en-US" b="1" dirty="0"/>
            <a:t> = [3, 8, 2, 7, 10] </a:t>
          </a:r>
        </a:p>
      </dgm:t>
    </dgm:pt>
    <dgm:pt modelId="{4FDE8A29-63D2-43AC-8993-D8B3D6688677}" type="parTrans" cxnId="{882C4416-21E2-4547-A033-1DCFF4F0FC33}">
      <dgm:prSet/>
      <dgm:spPr/>
      <dgm:t>
        <a:bodyPr/>
        <a:lstStyle/>
        <a:p>
          <a:endParaRPr lang="en-US"/>
        </a:p>
      </dgm:t>
    </dgm:pt>
    <dgm:pt modelId="{4704429C-8FEA-4F10-9167-40E19E918E61}" type="sibTrans" cxnId="{882C4416-21E2-4547-A033-1DCFF4F0FC33}">
      <dgm:prSet/>
      <dgm:spPr/>
      <dgm:t>
        <a:bodyPr/>
        <a:lstStyle/>
        <a:p>
          <a:endParaRPr lang="en-US"/>
        </a:p>
      </dgm:t>
    </dgm:pt>
    <dgm:pt modelId="{D3F66496-7A44-426C-B875-FFEDA33B36F7}">
      <dgm:prSet/>
      <dgm:spPr/>
      <dgm:t>
        <a:bodyPr/>
        <a:lstStyle/>
        <a:p>
          <a:r>
            <a:rPr lang="en-US"/>
            <a:t>Create</a:t>
          </a:r>
        </a:p>
      </dgm:t>
    </dgm:pt>
    <dgm:pt modelId="{F05A3C38-6F6A-45E3-92E8-A10D07FDB930}" type="parTrans" cxnId="{6D367E59-B0C8-4F94-88E7-C75E3A13634A}">
      <dgm:prSet/>
      <dgm:spPr/>
      <dgm:t>
        <a:bodyPr/>
        <a:lstStyle/>
        <a:p>
          <a:endParaRPr lang="en-US"/>
        </a:p>
      </dgm:t>
    </dgm:pt>
    <dgm:pt modelId="{B86C23EE-BA15-46A7-837C-0D1B9F3D5260}" type="sibTrans" cxnId="{6D367E59-B0C8-4F94-88E7-C75E3A13634A}">
      <dgm:prSet/>
      <dgm:spPr/>
      <dgm:t>
        <a:bodyPr/>
        <a:lstStyle/>
        <a:p>
          <a:endParaRPr lang="en-US"/>
        </a:p>
      </dgm:t>
    </dgm:pt>
    <dgm:pt modelId="{5484ACB0-32C5-4453-AD0A-0EF2B290E84B}">
      <dgm:prSet/>
      <dgm:spPr/>
      <dgm:t>
        <a:bodyPr/>
        <a:lstStyle/>
        <a:p>
          <a:r>
            <a:rPr lang="en-US"/>
            <a:t>Create a new list containing only even numbers.</a:t>
          </a:r>
        </a:p>
      </dgm:t>
    </dgm:pt>
    <dgm:pt modelId="{55CEA0A6-C7BB-4F79-814B-B19E4BDB6F1F}" type="parTrans" cxnId="{7246A960-380A-433C-9690-B315204325DC}">
      <dgm:prSet/>
      <dgm:spPr/>
      <dgm:t>
        <a:bodyPr/>
        <a:lstStyle/>
        <a:p>
          <a:endParaRPr lang="en-US"/>
        </a:p>
      </dgm:t>
    </dgm:pt>
    <dgm:pt modelId="{29F696B6-56D0-4A57-A84D-DC8076487AAF}" type="sibTrans" cxnId="{7246A960-380A-433C-9690-B315204325DC}">
      <dgm:prSet/>
      <dgm:spPr/>
      <dgm:t>
        <a:bodyPr/>
        <a:lstStyle/>
        <a:p>
          <a:endParaRPr lang="en-US"/>
        </a:p>
      </dgm:t>
    </dgm:pt>
    <dgm:pt modelId="{C41FC1E5-C183-4FC6-BB5B-E5A7DB46F6B7}">
      <dgm:prSet/>
      <dgm:spPr/>
      <dgm:t>
        <a:bodyPr/>
        <a:lstStyle/>
        <a:p>
          <a:r>
            <a:rPr lang="en-US"/>
            <a:t>Reverse</a:t>
          </a:r>
        </a:p>
      </dgm:t>
    </dgm:pt>
    <dgm:pt modelId="{5277AC3D-2EF3-4491-AC5E-D1328ACCE571}" type="parTrans" cxnId="{1FAA76F2-55B2-492E-A002-E61B7602DC5B}">
      <dgm:prSet/>
      <dgm:spPr/>
      <dgm:t>
        <a:bodyPr/>
        <a:lstStyle/>
        <a:p>
          <a:endParaRPr lang="en-US"/>
        </a:p>
      </dgm:t>
    </dgm:pt>
    <dgm:pt modelId="{F6452A8E-63A9-4B19-83F3-F7FF7FC0DCA3}" type="sibTrans" cxnId="{1FAA76F2-55B2-492E-A002-E61B7602DC5B}">
      <dgm:prSet/>
      <dgm:spPr/>
      <dgm:t>
        <a:bodyPr/>
        <a:lstStyle/>
        <a:p>
          <a:endParaRPr lang="en-US"/>
        </a:p>
      </dgm:t>
    </dgm:pt>
    <dgm:pt modelId="{834F0C2F-D0F6-42A4-95B0-1E8E8533255D}">
      <dgm:prSet/>
      <dgm:spPr/>
      <dgm:t>
        <a:bodyPr/>
        <a:lstStyle/>
        <a:p>
          <a:r>
            <a:rPr lang="en-US" b="1" dirty="0"/>
            <a:t>3- Reverse a List (without using .reverse()) </a:t>
          </a:r>
        </a:p>
      </dgm:t>
    </dgm:pt>
    <dgm:pt modelId="{8E737683-EFA6-4F7B-9807-5154B3BD62D5}" type="parTrans" cxnId="{5285A3FC-AC42-4286-BB84-DA3AC0A1D5DF}">
      <dgm:prSet/>
      <dgm:spPr/>
      <dgm:t>
        <a:bodyPr/>
        <a:lstStyle/>
        <a:p>
          <a:endParaRPr lang="en-US"/>
        </a:p>
      </dgm:t>
    </dgm:pt>
    <dgm:pt modelId="{EC176F43-DC20-48CD-8951-904FB833E756}" type="sibTrans" cxnId="{5285A3FC-AC42-4286-BB84-DA3AC0A1D5DF}">
      <dgm:prSet/>
      <dgm:spPr/>
      <dgm:t>
        <a:bodyPr/>
        <a:lstStyle/>
        <a:p>
          <a:endParaRPr lang="en-US"/>
        </a:p>
      </dgm:t>
    </dgm:pt>
    <dgm:pt modelId="{12CA5BE1-012A-43EC-9199-5B8573A6E0BF}">
      <dgm:prSet/>
      <dgm:spPr/>
      <dgm:t>
        <a:bodyPr/>
        <a:lstStyle/>
        <a:p>
          <a:r>
            <a:rPr lang="en-US"/>
            <a:t>Write</a:t>
          </a:r>
        </a:p>
      </dgm:t>
    </dgm:pt>
    <dgm:pt modelId="{171C39D0-3E26-4670-AF48-97B4187FE5AF}" type="parTrans" cxnId="{3268D4E3-85CB-477A-877E-B8FA625813DD}">
      <dgm:prSet/>
      <dgm:spPr/>
      <dgm:t>
        <a:bodyPr/>
        <a:lstStyle/>
        <a:p>
          <a:endParaRPr lang="en-US"/>
        </a:p>
      </dgm:t>
    </dgm:pt>
    <dgm:pt modelId="{0A5EF12D-4DD1-4C1C-9EE7-F1CFF629364E}" type="sibTrans" cxnId="{3268D4E3-85CB-477A-877E-B8FA625813DD}">
      <dgm:prSet/>
      <dgm:spPr/>
      <dgm:t>
        <a:bodyPr/>
        <a:lstStyle/>
        <a:p>
          <a:endParaRPr lang="en-US"/>
        </a:p>
      </dgm:t>
    </dgm:pt>
    <dgm:pt modelId="{5DCD0980-51E1-4475-A033-335EFF0732B2}">
      <dgm:prSet/>
      <dgm:spPr/>
      <dgm:t>
        <a:bodyPr/>
        <a:lstStyle/>
        <a:p>
          <a:r>
            <a:rPr lang="en-US"/>
            <a:t>Write code that reverses a list manually.</a:t>
          </a:r>
        </a:p>
      </dgm:t>
    </dgm:pt>
    <dgm:pt modelId="{C0EFD469-5BD1-44FB-A458-CF77C0A7EB27}" type="parTrans" cxnId="{5E5B26BA-C275-462A-B4E8-D36A54F50D0D}">
      <dgm:prSet/>
      <dgm:spPr/>
      <dgm:t>
        <a:bodyPr/>
        <a:lstStyle/>
        <a:p>
          <a:endParaRPr lang="en-US"/>
        </a:p>
      </dgm:t>
    </dgm:pt>
    <dgm:pt modelId="{72D17294-F8FB-4154-9D9D-386EAD3CE765}" type="sibTrans" cxnId="{5E5B26BA-C275-462A-B4E8-D36A54F50D0D}">
      <dgm:prSet/>
      <dgm:spPr/>
      <dgm:t>
        <a:bodyPr/>
        <a:lstStyle/>
        <a:p>
          <a:endParaRPr lang="en-US"/>
        </a:p>
      </dgm:t>
    </dgm:pt>
    <dgm:pt modelId="{90A52E91-E9D6-4C22-B760-E88C5AD95487}" type="pres">
      <dgm:prSet presAssocID="{ED73968E-57EF-4E12-8D6C-8D45C33D22B8}" presName="Name0" presStyleCnt="0">
        <dgm:presLayoutVars>
          <dgm:dir/>
          <dgm:animLvl val="lvl"/>
          <dgm:resizeHandles val="exact"/>
        </dgm:presLayoutVars>
      </dgm:prSet>
      <dgm:spPr/>
    </dgm:pt>
    <dgm:pt modelId="{AC7FC0C3-1DA9-48DF-8373-C06CE1493EFC}" type="pres">
      <dgm:prSet presAssocID="{0DAFD314-8BFE-4E90-88FC-DA1C78E50A42}" presName="linNode" presStyleCnt="0"/>
      <dgm:spPr/>
    </dgm:pt>
    <dgm:pt modelId="{FFD82410-05DA-4722-B8A8-BB99B02A0D5B}" type="pres">
      <dgm:prSet presAssocID="{0DAFD314-8BFE-4E90-88FC-DA1C78E50A42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D4FF01F6-EDD2-4C12-9211-7ED9065A9C14}" type="pres">
      <dgm:prSet presAssocID="{0DAFD314-8BFE-4E90-88FC-DA1C78E50A42}" presName="descendantText" presStyleLbl="alignAccFollowNode1" presStyleIdx="0" presStyleCnt="6">
        <dgm:presLayoutVars>
          <dgm:bulletEnabled/>
        </dgm:presLayoutVars>
      </dgm:prSet>
      <dgm:spPr/>
    </dgm:pt>
    <dgm:pt modelId="{FE24C80E-AC09-4EFC-BC3F-264A7F256F7D}" type="pres">
      <dgm:prSet presAssocID="{5EACBB74-C12D-42AF-9D12-5F061B07B86E}" presName="sp" presStyleCnt="0"/>
      <dgm:spPr/>
    </dgm:pt>
    <dgm:pt modelId="{61CEF632-E5CA-4878-936B-BA03650714E6}" type="pres">
      <dgm:prSet presAssocID="{6BD236FC-15BC-47DF-BEA6-AD9F93AC74AA}" presName="linNode" presStyleCnt="0"/>
      <dgm:spPr/>
    </dgm:pt>
    <dgm:pt modelId="{0250E362-2D9B-4E01-8E55-8C20BED5CA9C}" type="pres">
      <dgm:prSet presAssocID="{6BD236FC-15BC-47DF-BEA6-AD9F93AC74AA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D8FA4307-086C-4E7E-8A6E-1BD88B11EE7C}" type="pres">
      <dgm:prSet presAssocID="{6BD236FC-15BC-47DF-BEA6-AD9F93AC74AA}" presName="descendantText" presStyleLbl="alignAccFollowNode1" presStyleIdx="1" presStyleCnt="6">
        <dgm:presLayoutVars>
          <dgm:bulletEnabled/>
        </dgm:presLayoutVars>
      </dgm:prSet>
      <dgm:spPr/>
    </dgm:pt>
    <dgm:pt modelId="{AEFAA867-ADB3-4741-8038-8C2995A77701}" type="pres">
      <dgm:prSet presAssocID="{7439F701-C661-4415-B5AA-3846B4CB3899}" presName="sp" presStyleCnt="0"/>
      <dgm:spPr/>
    </dgm:pt>
    <dgm:pt modelId="{C7F56EC6-5CE3-40C6-BD48-19469DFB05AE}" type="pres">
      <dgm:prSet presAssocID="{C29FDBCE-C189-4F3E-BEE6-7F65A0D71102}" presName="linNode" presStyleCnt="0"/>
      <dgm:spPr/>
    </dgm:pt>
    <dgm:pt modelId="{A1554172-40A9-428D-A448-0A75D323F5C1}" type="pres">
      <dgm:prSet presAssocID="{C29FDBCE-C189-4F3E-BEE6-7F65A0D71102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5BD78950-4C19-4BE1-9AE5-CD25D15A236C}" type="pres">
      <dgm:prSet presAssocID="{C29FDBCE-C189-4F3E-BEE6-7F65A0D71102}" presName="descendantText" presStyleLbl="alignAccFollowNode1" presStyleIdx="2" presStyleCnt="6">
        <dgm:presLayoutVars>
          <dgm:bulletEnabled/>
        </dgm:presLayoutVars>
      </dgm:prSet>
      <dgm:spPr/>
    </dgm:pt>
    <dgm:pt modelId="{09A367DB-B9E7-475E-B75D-CCDD7483EFC2}" type="pres">
      <dgm:prSet presAssocID="{752F645B-167F-4BF6-B5D0-48CF73DBD1FC}" presName="sp" presStyleCnt="0"/>
      <dgm:spPr/>
    </dgm:pt>
    <dgm:pt modelId="{ADEF2B29-8BFD-42E5-B92E-BD35BCCCB673}" type="pres">
      <dgm:prSet presAssocID="{D3F66496-7A44-426C-B875-FFEDA33B36F7}" presName="linNode" presStyleCnt="0"/>
      <dgm:spPr/>
    </dgm:pt>
    <dgm:pt modelId="{7EF2BDED-296A-42E3-AEE4-32C0805C2F96}" type="pres">
      <dgm:prSet presAssocID="{D3F66496-7A44-426C-B875-FFEDA33B36F7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E80BC27A-53D7-4135-98DD-662CC6582191}" type="pres">
      <dgm:prSet presAssocID="{D3F66496-7A44-426C-B875-FFEDA33B36F7}" presName="descendantText" presStyleLbl="alignAccFollowNode1" presStyleIdx="3" presStyleCnt="6">
        <dgm:presLayoutVars>
          <dgm:bulletEnabled/>
        </dgm:presLayoutVars>
      </dgm:prSet>
      <dgm:spPr/>
    </dgm:pt>
    <dgm:pt modelId="{0958BBDC-F349-4BE6-8029-7DC2FFFD86B8}" type="pres">
      <dgm:prSet presAssocID="{B86C23EE-BA15-46A7-837C-0D1B9F3D5260}" presName="sp" presStyleCnt="0"/>
      <dgm:spPr/>
    </dgm:pt>
    <dgm:pt modelId="{B2463E16-5E69-4FC3-B946-763EE21AD810}" type="pres">
      <dgm:prSet presAssocID="{C41FC1E5-C183-4FC6-BB5B-E5A7DB46F6B7}" presName="linNode" presStyleCnt="0"/>
      <dgm:spPr/>
    </dgm:pt>
    <dgm:pt modelId="{92EB2542-AC12-47EB-8CA8-004511129E16}" type="pres">
      <dgm:prSet presAssocID="{C41FC1E5-C183-4FC6-BB5B-E5A7DB46F6B7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39C868AA-1893-4BE7-9383-F27ACA32CE15}" type="pres">
      <dgm:prSet presAssocID="{C41FC1E5-C183-4FC6-BB5B-E5A7DB46F6B7}" presName="descendantText" presStyleLbl="alignAccFollowNode1" presStyleIdx="4" presStyleCnt="6">
        <dgm:presLayoutVars>
          <dgm:bulletEnabled/>
        </dgm:presLayoutVars>
      </dgm:prSet>
      <dgm:spPr/>
    </dgm:pt>
    <dgm:pt modelId="{D71D06D6-4FA9-4013-87DE-28CFA45B8C96}" type="pres">
      <dgm:prSet presAssocID="{F6452A8E-63A9-4B19-83F3-F7FF7FC0DCA3}" presName="sp" presStyleCnt="0"/>
      <dgm:spPr/>
    </dgm:pt>
    <dgm:pt modelId="{7A36AC26-6EAC-4129-8269-C1639CBAF2EF}" type="pres">
      <dgm:prSet presAssocID="{12CA5BE1-012A-43EC-9199-5B8573A6E0BF}" presName="linNode" presStyleCnt="0"/>
      <dgm:spPr/>
    </dgm:pt>
    <dgm:pt modelId="{872A3476-064F-4354-BA19-F09CCF08E532}" type="pres">
      <dgm:prSet presAssocID="{12CA5BE1-012A-43EC-9199-5B8573A6E0BF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F5198CB5-484A-48A7-83EE-897D902ABD24}" type="pres">
      <dgm:prSet presAssocID="{12CA5BE1-012A-43EC-9199-5B8573A6E0BF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0F567804-3BB1-4868-A112-BFD3DEE2D8E6}" type="presOf" srcId="{C27235CA-2BF1-4386-BF09-278E9B6E0D36}" destId="{D8FA4307-086C-4E7E-8A6E-1BD88B11EE7C}" srcOrd="0" destOrd="0" presId="urn:microsoft.com/office/officeart/2016/7/layout/VerticalSolidActionList"/>
    <dgm:cxn modelId="{EB0BDB0B-80C6-4905-B42E-1CF6851F90F3}" type="presOf" srcId="{0DAFD314-8BFE-4E90-88FC-DA1C78E50A42}" destId="{FFD82410-05DA-4722-B8A8-BB99B02A0D5B}" srcOrd="0" destOrd="0" presId="urn:microsoft.com/office/officeart/2016/7/layout/VerticalSolidActionList"/>
    <dgm:cxn modelId="{882C4416-21E2-4547-A033-1DCFF4F0FC33}" srcId="{C29FDBCE-C189-4F3E-BEE6-7F65A0D71102}" destId="{1A0FEDE5-741C-4797-9975-DF7FA70AEC71}" srcOrd="0" destOrd="0" parTransId="{4FDE8A29-63D2-43AC-8993-D8B3D6688677}" sibTransId="{4704429C-8FEA-4F10-9167-40E19E918E61}"/>
    <dgm:cxn modelId="{AEC47226-9611-4592-AC20-037EDC947628}" type="presOf" srcId="{D3F66496-7A44-426C-B875-FFEDA33B36F7}" destId="{7EF2BDED-296A-42E3-AEE4-32C0805C2F96}" srcOrd="0" destOrd="0" presId="urn:microsoft.com/office/officeart/2016/7/layout/VerticalSolidActionList"/>
    <dgm:cxn modelId="{D1A83639-9286-49E7-B19A-5C969255EEED}" type="presOf" srcId="{5DCD0980-51E1-4475-A033-335EFF0732B2}" destId="{F5198CB5-484A-48A7-83EE-897D902ABD24}" srcOrd="0" destOrd="0" presId="urn:microsoft.com/office/officeart/2016/7/layout/VerticalSolidActionList"/>
    <dgm:cxn modelId="{E8901D3A-C8EF-480E-AF5F-B7D426D99436}" type="presOf" srcId="{12CA5BE1-012A-43EC-9199-5B8573A6E0BF}" destId="{872A3476-064F-4354-BA19-F09CCF08E532}" srcOrd="0" destOrd="0" presId="urn:microsoft.com/office/officeart/2016/7/layout/VerticalSolidActionList"/>
    <dgm:cxn modelId="{7A83FA5B-37A9-4F16-BF3F-840562F2EE64}" type="presOf" srcId="{834F0C2F-D0F6-42A4-95B0-1E8E8533255D}" destId="{39C868AA-1893-4BE7-9383-F27ACA32CE15}" srcOrd="0" destOrd="0" presId="urn:microsoft.com/office/officeart/2016/7/layout/VerticalSolidActionList"/>
    <dgm:cxn modelId="{FABA4B5C-BFCF-4E40-B9CB-1456E1050937}" type="presOf" srcId="{1A0FEDE5-741C-4797-9975-DF7FA70AEC71}" destId="{5BD78950-4C19-4BE1-9AE5-CD25D15A236C}" srcOrd="0" destOrd="0" presId="urn:microsoft.com/office/officeart/2016/7/layout/VerticalSolidActionList"/>
    <dgm:cxn modelId="{7246A960-380A-433C-9690-B315204325DC}" srcId="{D3F66496-7A44-426C-B875-FFEDA33B36F7}" destId="{5484ACB0-32C5-4453-AD0A-0EF2B290E84B}" srcOrd="0" destOrd="0" parTransId="{55CEA0A6-C7BB-4F79-814B-B19E4BDB6F1F}" sibTransId="{29F696B6-56D0-4A57-A84D-DC8076487AAF}"/>
    <dgm:cxn modelId="{B9C9836A-792A-4DCB-BCCB-4CFAC314A1B3}" srcId="{ED73968E-57EF-4E12-8D6C-8D45C33D22B8}" destId="{C29FDBCE-C189-4F3E-BEE6-7F65A0D71102}" srcOrd="2" destOrd="0" parTransId="{B75E3A97-EF96-415E-8933-84DDFB70812E}" sibTransId="{752F645B-167F-4BF6-B5D0-48CF73DBD1FC}"/>
    <dgm:cxn modelId="{35751E6B-FC9D-4802-BC45-E8AED11576B4}" type="presOf" srcId="{C1181286-48FC-493B-951F-D29C8E6D0EE3}" destId="{D4FF01F6-EDD2-4C12-9211-7ED9065A9C14}" srcOrd="0" destOrd="0" presId="urn:microsoft.com/office/officeart/2016/7/layout/VerticalSolidActionList"/>
    <dgm:cxn modelId="{D738474E-B2CE-48FB-B50C-9B28DD25E946}" type="presOf" srcId="{C29FDBCE-C189-4F3E-BEE6-7F65A0D71102}" destId="{A1554172-40A9-428D-A448-0A75D323F5C1}" srcOrd="0" destOrd="0" presId="urn:microsoft.com/office/officeart/2016/7/layout/VerticalSolidActionList"/>
    <dgm:cxn modelId="{BF379D6F-DBBB-4644-9B10-C7539ECDEBF2}" type="presOf" srcId="{5484ACB0-32C5-4453-AD0A-0EF2B290E84B}" destId="{E80BC27A-53D7-4135-98DD-662CC6582191}" srcOrd="0" destOrd="0" presId="urn:microsoft.com/office/officeart/2016/7/layout/VerticalSolidActionList"/>
    <dgm:cxn modelId="{6D367E59-B0C8-4F94-88E7-C75E3A13634A}" srcId="{ED73968E-57EF-4E12-8D6C-8D45C33D22B8}" destId="{D3F66496-7A44-426C-B875-FFEDA33B36F7}" srcOrd="3" destOrd="0" parTransId="{F05A3C38-6F6A-45E3-92E8-A10D07FDB930}" sibTransId="{B86C23EE-BA15-46A7-837C-0D1B9F3D5260}"/>
    <dgm:cxn modelId="{90CA5B7E-1683-486F-819D-4A797BA0276B}" type="presOf" srcId="{6BD236FC-15BC-47DF-BEA6-AD9F93AC74AA}" destId="{0250E362-2D9B-4E01-8E55-8C20BED5CA9C}" srcOrd="0" destOrd="0" presId="urn:microsoft.com/office/officeart/2016/7/layout/VerticalSolidActionList"/>
    <dgm:cxn modelId="{211A3B96-B66D-481E-9237-EB6029C152D7}" srcId="{ED73968E-57EF-4E12-8D6C-8D45C33D22B8}" destId="{6BD236FC-15BC-47DF-BEA6-AD9F93AC74AA}" srcOrd="1" destOrd="0" parTransId="{45EF8602-AE71-4D2B-95C2-5F81445EB60D}" sibTransId="{7439F701-C661-4415-B5AA-3846B4CB3899}"/>
    <dgm:cxn modelId="{5E5B26BA-C275-462A-B4E8-D36A54F50D0D}" srcId="{12CA5BE1-012A-43EC-9199-5B8573A6E0BF}" destId="{5DCD0980-51E1-4475-A033-335EFF0732B2}" srcOrd="0" destOrd="0" parTransId="{C0EFD469-5BD1-44FB-A458-CF77C0A7EB27}" sibTransId="{72D17294-F8FB-4154-9D9D-386EAD3CE765}"/>
    <dgm:cxn modelId="{E14FD7CF-F899-4DC4-B438-1ECD47CBE2B2}" type="presOf" srcId="{ED73968E-57EF-4E12-8D6C-8D45C33D22B8}" destId="{90A52E91-E9D6-4C22-B760-E88C5AD95487}" srcOrd="0" destOrd="0" presId="urn:microsoft.com/office/officeart/2016/7/layout/VerticalSolidActionList"/>
    <dgm:cxn modelId="{3268D4E3-85CB-477A-877E-B8FA625813DD}" srcId="{ED73968E-57EF-4E12-8D6C-8D45C33D22B8}" destId="{12CA5BE1-012A-43EC-9199-5B8573A6E0BF}" srcOrd="5" destOrd="0" parTransId="{171C39D0-3E26-4670-AF48-97B4187FE5AF}" sibTransId="{0A5EF12D-4DD1-4C1C-9EE7-F1CFF629364E}"/>
    <dgm:cxn modelId="{D363F1E5-18DC-4583-A139-E91CF4AD1B8E}" srcId="{ED73968E-57EF-4E12-8D6C-8D45C33D22B8}" destId="{0DAFD314-8BFE-4E90-88FC-DA1C78E50A42}" srcOrd="0" destOrd="0" parTransId="{DE8F4B1E-1AD9-4D4C-ACD9-1F39221B792D}" sibTransId="{5EACBB74-C12D-42AF-9D12-5F061B07B86E}"/>
    <dgm:cxn modelId="{696932F1-A721-4A3F-B477-2AE3842750D9}" srcId="{6BD236FC-15BC-47DF-BEA6-AD9F93AC74AA}" destId="{C27235CA-2BF1-4386-BF09-278E9B6E0D36}" srcOrd="0" destOrd="0" parTransId="{2C3E5B98-9472-415C-A3B3-6B8AADF27D35}" sibTransId="{F2FE8486-5FA0-4D53-A278-D0AA7E3A742B}"/>
    <dgm:cxn modelId="{1FAA76F2-55B2-492E-A002-E61B7602DC5B}" srcId="{ED73968E-57EF-4E12-8D6C-8D45C33D22B8}" destId="{C41FC1E5-C183-4FC6-BB5B-E5A7DB46F6B7}" srcOrd="4" destOrd="0" parTransId="{5277AC3D-2EF3-4491-AC5E-D1328ACCE571}" sibTransId="{F6452A8E-63A9-4B19-83F3-F7FF7FC0DCA3}"/>
    <dgm:cxn modelId="{06B268FB-04F7-4FDA-BA3A-87F9A97CD5D6}" type="presOf" srcId="{C41FC1E5-C183-4FC6-BB5B-E5A7DB46F6B7}" destId="{92EB2542-AC12-47EB-8CA8-004511129E16}" srcOrd="0" destOrd="0" presId="urn:microsoft.com/office/officeart/2016/7/layout/VerticalSolidActionList"/>
    <dgm:cxn modelId="{26ED8EFC-1FA5-4FC5-935F-4FBBB4442D79}" srcId="{0DAFD314-8BFE-4E90-88FC-DA1C78E50A42}" destId="{C1181286-48FC-493B-951F-D29C8E6D0EE3}" srcOrd="0" destOrd="0" parTransId="{25F92214-985C-42AE-BB7D-55585D76E877}" sibTransId="{F0FF0081-7B34-437C-BD39-CC931D651403}"/>
    <dgm:cxn modelId="{5285A3FC-AC42-4286-BB84-DA3AC0A1D5DF}" srcId="{C41FC1E5-C183-4FC6-BB5B-E5A7DB46F6B7}" destId="{834F0C2F-D0F6-42A4-95B0-1E8E8533255D}" srcOrd="0" destOrd="0" parTransId="{8E737683-EFA6-4F7B-9807-5154B3BD62D5}" sibTransId="{EC176F43-DC20-48CD-8951-904FB833E756}"/>
    <dgm:cxn modelId="{14A8F276-4721-4625-BC80-9A36034212A5}" type="presParOf" srcId="{90A52E91-E9D6-4C22-B760-E88C5AD95487}" destId="{AC7FC0C3-1DA9-48DF-8373-C06CE1493EFC}" srcOrd="0" destOrd="0" presId="urn:microsoft.com/office/officeart/2016/7/layout/VerticalSolidActionList"/>
    <dgm:cxn modelId="{3C128703-0FF3-407D-A343-40BA995499B0}" type="presParOf" srcId="{AC7FC0C3-1DA9-48DF-8373-C06CE1493EFC}" destId="{FFD82410-05DA-4722-B8A8-BB99B02A0D5B}" srcOrd="0" destOrd="0" presId="urn:microsoft.com/office/officeart/2016/7/layout/VerticalSolidActionList"/>
    <dgm:cxn modelId="{36E62F4F-71FF-48E8-9A93-408C21D1D7E5}" type="presParOf" srcId="{AC7FC0C3-1DA9-48DF-8373-C06CE1493EFC}" destId="{D4FF01F6-EDD2-4C12-9211-7ED9065A9C14}" srcOrd="1" destOrd="0" presId="urn:microsoft.com/office/officeart/2016/7/layout/VerticalSolidActionList"/>
    <dgm:cxn modelId="{D91D81B1-1485-40A6-A049-5EB175080324}" type="presParOf" srcId="{90A52E91-E9D6-4C22-B760-E88C5AD95487}" destId="{FE24C80E-AC09-4EFC-BC3F-264A7F256F7D}" srcOrd="1" destOrd="0" presId="urn:microsoft.com/office/officeart/2016/7/layout/VerticalSolidActionList"/>
    <dgm:cxn modelId="{6C762314-0252-4C91-B34F-D354C53481AC}" type="presParOf" srcId="{90A52E91-E9D6-4C22-B760-E88C5AD95487}" destId="{61CEF632-E5CA-4878-936B-BA03650714E6}" srcOrd="2" destOrd="0" presId="urn:microsoft.com/office/officeart/2016/7/layout/VerticalSolidActionList"/>
    <dgm:cxn modelId="{DD3E5EA1-3CE2-4A8D-BDB7-ACF31FE6DA73}" type="presParOf" srcId="{61CEF632-E5CA-4878-936B-BA03650714E6}" destId="{0250E362-2D9B-4E01-8E55-8C20BED5CA9C}" srcOrd="0" destOrd="0" presId="urn:microsoft.com/office/officeart/2016/7/layout/VerticalSolidActionList"/>
    <dgm:cxn modelId="{15742222-3F5F-4B2D-B465-3911F4FEFFF0}" type="presParOf" srcId="{61CEF632-E5CA-4878-936B-BA03650714E6}" destId="{D8FA4307-086C-4E7E-8A6E-1BD88B11EE7C}" srcOrd="1" destOrd="0" presId="urn:microsoft.com/office/officeart/2016/7/layout/VerticalSolidActionList"/>
    <dgm:cxn modelId="{7B4962E0-BFD0-4B43-9E4E-59A9564FD64C}" type="presParOf" srcId="{90A52E91-E9D6-4C22-B760-E88C5AD95487}" destId="{AEFAA867-ADB3-4741-8038-8C2995A77701}" srcOrd="3" destOrd="0" presId="urn:microsoft.com/office/officeart/2016/7/layout/VerticalSolidActionList"/>
    <dgm:cxn modelId="{A4C73C62-9B2D-4C67-B3BA-F24E3F59E170}" type="presParOf" srcId="{90A52E91-E9D6-4C22-B760-E88C5AD95487}" destId="{C7F56EC6-5CE3-40C6-BD48-19469DFB05AE}" srcOrd="4" destOrd="0" presId="urn:microsoft.com/office/officeart/2016/7/layout/VerticalSolidActionList"/>
    <dgm:cxn modelId="{65C91DCC-68AF-47AA-90D3-B18D479CD869}" type="presParOf" srcId="{C7F56EC6-5CE3-40C6-BD48-19469DFB05AE}" destId="{A1554172-40A9-428D-A448-0A75D323F5C1}" srcOrd="0" destOrd="0" presId="urn:microsoft.com/office/officeart/2016/7/layout/VerticalSolidActionList"/>
    <dgm:cxn modelId="{507E83B4-C061-490A-95A2-94FE9805C137}" type="presParOf" srcId="{C7F56EC6-5CE3-40C6-BD48-19469DFB05AE}" destId="{5BD78950-4C19-4BE1-9AE5-CD25D15A236C}" srcOrd="1" destOrd="0" presId="urn:microsoft.com/office/officeart/2016/7/layout/VerticalSolidActionList"/>
    <dgm:cxn modelId="{469EFB06-374F-47CC-A7AA-64E9C40E33B0}" type="presParOf" srcId="{90A52E91-E9D6-4C22-B760-E88C5AD95487}" destId="{09A367DB-B9E7-475E-B75D-CCDD7483EFC2}" srcOrd="5" destOrd="0" presId="urn:microsoft.com/office/officeart/2016/7/layout/VerticalSolidActionList"/>
    <dgm:cxn modelId="{FB6F941C-63C5-4583-8885-55C2849344DB}" type="presParOf" srcId="{90A52E91-E9D6-4C22-B760-E88C5AD95487}" destId="{ADEF2B29-8BFD-42E5-B92E-BD35BCCCB673}" srcOrd="6" destOrd="0" presId="urn:microsoft.com/office/officeart/2016/7/layout/VerticalSolidActionList"/>
    <dgm:cxn modelId="{19ED449D-D2C1-4474-A938-D8C1FE476E23}" type="presParOf" srcId="{ADEF2B29-8BFD-42E5-B92E-BD35BCCCB673}" destId="{7EF2BDED-296A-42E3-AEE4-32C0805C2F96}" srcOrd="0" destOrd="0" presId="urn:microsoft.com/office/officeart/2016/7/layout/VerticalSolidActionList"/>
    <dgm:cxn modelId="{D0059C1F-8225-4CF5-BE18-F4CA7497C14C}" type="presParOf" srcId="{ADEF2B29-8BFD-42E5-B92E-BD35BCCCB673}" destId="{E80BC27A-53D7-4135-98DD-662CC6582191}" srcOrd="1" destOrd="0" presId="urn:microsoft.com/office/officeart/2016/7/layout/VerticalSolidActionList"/>
    <dgm:cxn modelId="{EAA3853F-8B2C-4F1C-8DAE-8697DDC84FE6}" type="presParOf" srcId="{90A52E91-E9D6-4C22-B760-E88C5AD95487}" destId="{0958BBDC-F349-4BE6-8029-7DC2FFFD86B8}" srcOrd="7" destOrd="0" presId="urn:microsoft.com/office/officeart/2016/7/layout/VerticalSolidActionList"/>
    <dgm:cxn modelId="{A7E38BD9-27DD-455C-A1DE-BDA3115CB572}" type="presParOf" srcId="{90A52E91-E9D6-4C22-B760-E88C5AD95487}" destId="{B2463E16-5E69-4FC3-B946-763EE21AD810}" srcOrd="8" destOrd="0" presId="urn:microsoft.com/office/officeart/2016/7/layout/VerticalSolidActionList"/>
    <dgm:cxn modelId="{06ABF320-21EC-4F91-BEAC-EF237AB8FCDA}" type="presParOf" srcId="{B2463E16-5E69-4FC3-B946-763EE21AD810}" destId="{92EB2542-AC12-47EB-8CA8-004511129E16}" srcOrd="0" destOrd="0" presId="urn:microsoft.com/office/officeart/2016/7/layout/VerticalSolidActionList"/>
    <dgm:cxn modelId="{47D36262-B8DB-413F-B903-395AF89F4F8F}" type="presParOf" srcId="{B2463E16-5E69-4FC3-B946-763EE21AD810}" destId="{39C868AA-1893-4BE7-9383-F27ACA32CE15}" srcOrd="1" destOrd="0" presId="urn:microsoft.com/office/officeart/2016/7/layout/VerticalSolidActionList"/>
    <dgm:cxn modelId="{AB297A61-EC87-44FB-8DFF-BF243DE5275C}" type="presParOf" srcId="{90A52E91-E9D6-4C22-B760-E88C5AD95487}" destId="{D71D06D6-4FA9-4013-87DE-28CFA45B8C96}" srcOrd="9" destOrd="0" presId="urn:microsoft.com/office/officeart/2016/7/layout/VerticalSolidActionList"/>
    <dgm:cxn modelId="{B1B3A16F-960B-430B-9DA1-5C566105B24D}" type="presParOf" srcId="{90A52E91-E9D6-4C22-B760-E88C5AD95487}" destId="{7A36AC26-6EAC-4129-8269-C1639CBAF2EF}" srcOrd="10" destOrd="0" presId="urn:microsoft.com/office/officeart/2016/7/layout/VerticalSolidActionList"/>
    <dgm:cxn modelId="{840F8367-9E50-4052-B327-4067DFCCB943}" type="presParOf" srcId="{7A36AC26-6EAC-4129-8269-C1639CBAF2EF}" destId="{872A3476-064F-4354-BA19-F09CCF08E532}" srcOrd="0" destOrd="0" presId="urn:microsoft.com/office/officeart/2016/7/layout/VerticalSolidActionList"/>
    <dgm:cxn modelId="{F4AD6B11-3135-4336-9BF2-0E153D9A6D30}" type="presParOf" srcId="{7A36AC26-6EAC-4129-8269-C1639CBAF2EF}" destId="{F5198CB5-484A-48A7-83EE-897D902ABD24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FF3932F-4A3F-41BE-A1AD-0C90AE8B982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7BC8EE-91D2-4184-9A09-0BF4565FCF19}">
      <dgm:prSet/>
      <dgm:spPr/>
      <dgm:t>
        <a:bodyPr/>
        <a:lstStyle/>
        <a:p>
          <a:r>
            <a:rPr lang="en-GB"/>
            <a:t>10. Which of these is a valid dictionary?</a:t>
          </a:r>
          <a:endParaRPr lang="en-US"/>
        </a:p>
      </dgm:t>
    </dgm:pt>
    <dgm:pt modelId="{902ABC2B-0CE8-42A2-B07E-266E71A06806}" type="parTrans" cxnId="{9D6D5BD0-4351-459E-901A-D63D341FFF37}">
      <dgm:prSet/>
      <dgm:spPr/>
      <dgm:t>
        <a:bodyPr/>
        <a:lstStyle/>
        <a:p>
          <a:endParaRPr lang="en-US"/>
        </a:p>
      </dgm:t>
    </dgm:pt>
    <dgm:pt modelId="{96C63B8C-0E76-45B3-8C33-5BFBD2FA502C}" type="sibTrans" cxnId="{9D6D5BD0-4351-459E-901A-D63D341FFF37}">
      <dgm:prSet/>
      <dgm:spPr/>
      <dgm:t>
        <a:bodyPr/>
        <a:lstStyle/>
        <a:p>
          <a:endParaRPr lang="en-US"/>
        </a:p>
      </dgm:t>
    </dgm:pt>
    <dgm:pt modelId="{5D32C2A6-9CCB-452B-AD97-1B05C3075CF9}">
      <dgm:prSet/>
      <dgm:spPr/>
      <dgm:t>
        <a:bodyPr/>
        <a:lstStyle/>
        <a:p>
          <a:r>
            <a:rPr lang="en-GB"/>
            <a:t>A. {"a", "b", "c"} B. {"name": "Sam", "age": 20} C. ["name", "Sam"] D. (name: Sam) </a:t>
          </a:r>
          <a:endParaRPr lang="en-US"/>
        </a:p>
      </dgm:t>
    </dgm:pt>
    <dgm:pt modelId="{FEE66BCD-DFD4-4564-8566-61A88C7768F8}" type="parTrans" cxnId="{F388AFA2-A9B3-4F8F-B144-2C0FF9E044A0}">
      <dgm:prSet/>
      <dgm:spPr/>
      <dgm:t>
        <a:bodyPr/>
        <a:lstStyle/>
        <a:p>
          <a:endParaRPr lang="en-US"/>
        </a:p>
      </dgm:t>
    </dgm:pt>
    <dgm:pt modelId="{C0D8F711-A47D-4D6C-BF0D-EDB7CEA9E9CB}" type="sibTrans" cxnId="{F388AFA2-A9B3-4F8F-B144-2C0FF9E044A0}">
      <dgm:prSet/>
      <dgm:spPr/>
      <dgm:t>
        <a:bodyPr/>
        <a:lstStyle/>
        <a:p>
          <a:endParaRPr lang="en-US"/>
        </a:p>
      </dgm:t>
    </dgm:pt>
    <dgm:pt modelId="{6A6A8182-5C9E-429B-94C9-337CAD9505B3}">
      <dgm:prSet/>
      <dgm:spPr/>
      <dgm:t>
        <a:bodyPr/>
        <a:lstStyle/>
        <a:p>
          <a:r>
            <a:rPr lang="en-GB" b="1"/>
            <a:t>Answer: B</a:t>
          </a:r>
          <a:endParaRPr lang="en-US"/>
        </a:p>
      </dgm:t>
    </dgm:pt>
    <dgm:pt modelId="{9334803F-16FA-4E5E-92D7-1B02BEA2AC6C}" type="parTrans" cxnId="{07C64555-1EA8-4A80-ABC8-6166A1E87F7B}">
      <dgm:prSet/>
      <dgm:spPr/>
      <dgm:t>
        <a:bodyPr/>
        <a:lstStyle/>
        <a:p>
          <a:endParaRPr lang="en-US"/>
        </a:p>
      </dgm:t>
    </dgm:pt>
    <dgm:pt modelId="{55972002-5CAC-4750-BD62-F43738E4A73E}" type="sibTrans" cxnId="{07C64555-1EA8-4A80-ABC8-6166A1E87F7B}">
      <dgm:prSet/>
      <dgm:spPr/>
      <dgm:t>
        <a:bodyPr/>
        <a:lstStyle/>
        <a:p>
          <a:endParaRPr lang="en-US"/>
        </a:p>
      </dgm:t>
    </dgm:pt>
    <dgm:pt modelId="{F4262E79-2F50-49B4-8D85-CFE2DB6235A3}" type="pres">
      <dgm:prSet presAssocID="{3FF3932F-4A3F-41BE-A1AD-0C90AE8B982C}" presName="outerComposite" presStyleCnt="0">
        <dgm:presLayoutVars>
          <dgm:chMax val="5"/>
          <dgm:dir/>
          <dgm:resizeHandles val="exact"/>
        </dgm:presLayoutVars>
      </dgm:prSet>
      <dgm:spPr/>
    </dgm:pt>
    <dgm:pt modelId="{2D0A0D19-4035-4A32-A1E6-1B786883CBBB}" type="pres">
      <dgm:prSet presAssocID="{3FF3932F-4A3F-41BE-A1AD-0C90AE8B982C}" presName="dummyMaxCanvas" presStyleCnt="0">
        <dgm:presLayoutVars/>
      </dgm:prSet>
      <dgm:spPr/>
    </dgm:pt>
    <dgm:pt modelId="{69FB5AF7-95E1-47CB-A3F4-6B622465479F}" type="pres">
      <dgm:prSet presAssocID="{3FF3932F-4A3F-41BE-A1AD-0C90AE8B982C}" presName="ThreeNodes_1" presStyleLbl="node1" presStyleIdx="0" presStyleCnt="3">
        <dgm:presLayoutVars>
          <dgm:bulletEnabled val="1"/>
        </dgm:presLayoutVars>
      </dgm:prSet>
      <dgm:spPr/>
    </dgm:pt>
    <dgm:pt modelId="{73DB0AA3-23DD-4525-AB09-DABEA7F26936}" type="pres">
      <dgm:prSet presAssocID="{3FF3932F-4A3F-41BE-A1AD-0C90AE8B982C}" presName="ThreeNodes_2" presStyleLbl="node1" presStyleIdx="1" presStyleCnt="3">
        <dgm:presLayoutVars>
          <dgm:bulletEnabled val="1"/>
        </dgm:presLayoutVars>
      </dgm:prSet>
      <dgm:spPr/>
    </dgm:pt>
    <dgm:pt modelId="{BBD61962-787C-4490-A183-96745565E8A6}" type="pres">
      <dgm:prSet presAssocID="{3FF3932F-4A3F-41BE-A1AD-0C90AE8B982C}" presName="ThreeNodes_3" presStyleLbl="node1" presStyleIdx="2" presStyleCnt="3">
        <dgm:presLayoutVars>
          <dgm:bulletEnabled val="1"/>
        </dgm:presLayoutVars>
      </dgm:prSet>
      <dgm:spPr/>
    </dgm:pt>
    <dgm:pt modelId="{0AFEBBDC-1DE0-47CE-83C2-064AE388473E}" type="pres">
      <dgm:prSet presAssocID="{3FF3932F-4A3F-41BE-A1AD-0C90AE8B982C}" presName="ThreeConn_1-2" presStyleLbl="fgAccFollowNode1" presStyleIdx="0" presStyleCnt="2">
        <dgm:presLayoutVars>
          <dgm:bulletEnabled val="1"/>
        </dgm:presLayoutVars>
      </dgm:prSet>
      <dgm:spPr/>
    </dgm:pt>
    <dgm:pt modelId="{C815F907-22CF-42D5-807F-606DE5B19CB5}" type="pres">
      <dgm:prSet presAssocID="{3FF3932F-4A3F-41BE-A1AD-0C90AE8B982C}" presName="ThreeConn_2-3" presStyleLbl="fgAccFollowNode1" presStyleIdx="1" presStyleCnt="2">
        <dgm:presLayoutVars>
          <dgm:bulletEnabled val="1"/>
        </dgm:presLayoutVars>
      </dgm:prSet>
      <dgm:spPr/>
    </dgm:pt>
    <dgm:pt modelId="{CA2E1AF8-37F6-44FA-BC84-4A9BEA28A1AB}" type="pres">
      <dgm:prSet presAssocID="{3FF3932F-4A3F-41BE-A1AD-0C90AE8B982C}" presName="ThreeNodes_1_text" presStyleLbl="node1" presStyleIdx="2" presStyleCnt="3">
        <dgm:presLayoutVars>
          <dgm:bulletEnabled val="1"/>
        </dgm:presLayoutVars>
      </dgm:prSet>
      <dgm:spPr/>
    </dgm:pt>
    <dgm:pt modelId="{48A2C7B0-601D-4042-924D-AB728FB0BC38}" type="pres">
      <dgm:prSet presAssocID="{3FF3932F-4A3F-41BE-A1AD-0C90AE8B982C}" presName="ThreeNodes_2_text" presStyleLbl="node1" presStyleIdx="2" presStyleCnt="3">
        <dgm:presLayoutVars>
          <dgm:bulletEnabled val="1"/>
        </dgm:presLayoutVars>
      </dgm:prSet>
      <dgm:spPr/>
    </dgm:pt>
    <dgm:pt modelId="{F4BB5CE4-074C-4B6E-B6E6-596BC85290E5}" type="pres">
      <dgm:prSet presAssocID="{3FF3932F-4A3F-41BE-A1AD-0C90AE8B982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25F7B0D-23E5-43C0-B474-9A6E42D252D1}" type="presOf" srcId="{847BC8EE-91D2-4184-9A09-0BF4565FCF19}" destId="{CA2E1AF8-37F6-44FA-BC84-4A9BEA28A1AB}" srcOrd="1" destOrd="0" presId="urn:microsoft.com/office/officeart/2005/8/layout/vProcess5"/>
    <dgm:cxn modelId="{FA9DA510-39B5-40FA-AC0B-9BB091E6F040}" type="presOf" srcId="{3FF3932F-4A3F-41BE-A1AD-0C90AE8B982C}" destId="{F4262E79-2F50-49B4-8D85-CFE2DB6235A3}" srcOrd="0" destOrd="0" presId="urn:microsoft.com/office/officeart/2005/8/layout/vProcess5"/>
    <dgm:cxn modelId="{E267A62D-7259-47B6-9920-5CE3C71A22C9}" type="presOf" srcId="{5D32C2A6-9CCB-452B-AD97-1B05C3075CF9}" destId="{73DB0AA3-23DD-4525-AB09-DABEA7F26936}" srcOrd="0" destOrd="0" presId="urn:microsoft.com/office/officeart/2005/8/layout/vProcess5"/>
    <dgm:cxn modelId="{2E1A4433-1E8C-4774-ACA2-660600F84F61}" type="presOf" srcId="{5D32C2A6-9CCB-452B-AD97-1B05C3075CF9}" destId="{48A2C7B0-601D-4042-924D-AB728FB0BC38}" srcOrd="1" destOrd="0" presId="urn:microsoft.com/office/officeart/2005/8/layout/vProcess5"/>
    <dgm:cxn modelId="{07C64555-1EA8-4A80-ABC8-6166A1E87F7B}" srcId="{3FF3932F-4A3F-41BE-A1AD-0C90AE8B982C}" destId="{6A6A8182-5C9E-429B-94C9-337CAD9505B3}" srcOrd="2" destOrd="0" parTransId="{9334803F-16FA-4E5E-92D7-1B02BEA2AC6C}" sibTransId="{55972002-5CAC-4750-BD62-F43738E4A73E}"/>
    <dgm:cxn modelId="{FAE86E57-C224-44FB-A3DF-06954E994C96}" type="presOf" srcId="{C0D8F711-A47D-4D6C-BF0D-EDB7CEA9E9CB}" destId="{C815F907-22CF-42D5-807F-606DE5B19CB5}" srcOrd="0" destOrd="0" presId="urn:microsoft.com/office/officeart/2005/8/layout/vProcess5"/>
    <dgm:cxn modelId="{18C1317E-450D-43BE-9793-74077D9FD689}" type="presOf" srcId="{847BC8EE-91D2-4184-9A09-0BF4565FCF19}" destId="{69FB5AF7-95E1-47CB-A3F4-6B622465479F}" srcOrd="0" destOrd="0" presId="urn:microsoft.com/office/officeart/2005/8/layout/vProcess5"/>
    <dgm:cxn modelId="{F388AFA2-A9B3-4F8F-B144-2C0FF9E044A0}" srcId="{3FF3932F-4A3F-41BE-A1AD-0C90AE8B982C}" destId="{5D32C2A6-9CCB-452B-AD97-1B05C3075CF9}" srcOrd="1" destOrd="0" parTransId="{FEE66BCD-DFD4-4564-8566-61A88C7768F8}" sibTransId="{C0D8F711-A47D-4D6C-BF0D-EDB7CEA9E9CB}"/>
    <dgm:cxn modelId="{B57BAAA3-8310-4843-8355-012EB5E69D5B}" type="presOf" srcId="{6A6A8182-5C9E-429B-94C9-337CAD9505B3}" destId="{F4BB5CE4-074C-4B6E-B6E6-596BC85290E5}" srcOrd="1" destOrd="0" presId="urn:microsoft.com/office/officeart/2005/8/layout/vProcess5"/>
    <dgm:cxn modelId="{842591B8-C9F6-4E84-8E0A-6CFB752B1F69}" type="presOf" srcId="{6A6A8182-5C9E-429B-94C9-337CAD9505B3}" destId="{BBD61962-787C-4490-A183-96745565E8A6}" srcOrd="0" destOrd="0" presId="urn:microsoft.com/office/officeart/2005/8/layout/vProcess5"/>
    <dgm:cxn modelId="{9D6D5BD0-4351-459E-901A-D63D341FFF37}" srcId="{3FF3932F-4A3F-41BE-A1AD-0C90AE8B982C}" destId="{847BC8EE-91D2-4184-9A09-0BF4565FCF19}" srcOrd="0" destOrd="0" parTransId="{902ABC2B-0CE8-42A2-B07E-266E71A06806}" sibTransId="{96C63B8C-0E76-45B3-8C33-5BFBD2FA502C}"/>
    <dgm:cxn modelId="{D571BEEA-55E5-44F9-9798-5B5AD740F97A}" type="presOf" srcId="{96C63B8C-0E76-45B3-8C33-5BFBD2FA502C}" destId="{0AFEBBDC-1DE0-47CE-83C2-064AE388473E}" srcOrd="0" destOrd="0" presId="urn:microsoft.com/office/officeart/2005/8/layout/vProcess5"/>
    <dgm:cxn modelId="{1B7AB4A2-8E4A-4661-87D9-9567A4B40D18}" type="presParOf" srcId="{F4262E79-2F50-49B4-8D85-CFE2DB6235A3}" destId="{2D0A0D19-4035-4A32-A1E6-1B786883CBBB}" srcOrd="0" destOrd="0" presId="urn:microsoft.com/office/officeart/2005/8/layout/vProcess5"/>
    <dgm:cxn modelId="{3B80E74A-4D68-4DE9-8D8E-150CDB8A32FC}" type="presParOf" srcId="{F4262E79-2F50-49B4-8D85-CFE2DB6235A3}" destId="{69FB5AF7-95E1-47CB-A3F4-6B622465479F}" srcOrd="1" destOrd="0" presId="urn:microsoft.com/office/officeart/2005/8/layout/vProcess5"/>
    <dgm:cxn modelId="{024CCD73-8136-4728-BA5F-4BB976B82E64}" type="presParOf" srcId="{F4262E79-2F50-49B4-8D85-CFE2DB6235A3}" destId="{73DB0AA3-23DD-4525-AB09-DABEA7F26936}" srcOrd="2" destOrd="0" presId="urn:microsoft.com/office/officeart/2005/8/layout/vProcess5"/>
    <dgm:cxn modelId="{38B553B6-ACA1-4A97-8106-DA3F09199499}" type="presParOf" srcId="{F4262E79-2F50-49B4-8D85-CFE2DB6235A3}" destId="{BBD61962-787C-4490-A183-96745565E8A6}" srcOrd="3" destOrd="0" presId="urn:microsoft.com/office/officeart/2005/8/layout/vProcess5"/>
    <dgm:cxn modelId="{7ECA5334-CF3F-47FF-B1D4-951F3C7D397B}" type="presParOf" srcId="{F4262E79-2F50-49B4-8D85-CFE2DB6235A3}" destId="{0AFEBBDC-1DE0-47CE-83C2-064AE388473E}" srcOrd="4" destOrd="0" presId="urn:microsoft.com/office/officeart/2005/8/layout/vProcess5"/>
    <dgm:cxn modelId="{82DC188F-8F55-4DEF-8F78-088377804EF2}" type="presParOf" srcId="{F4262E79-2F50-49B4-8D85-CFE2DB6235A3}" destId="{C815F907-22CF-42D5-807F-606DE5B19CB5}" srcOrd="5" destOrd="0" presId="urn:microsoft.com/office/officeart/2005/8/layout/vProcess5"/>
    <dgm:cxn modelId="{6634B101-8629-4B71-A3E7-02395085EDEB}" type="presParOf" srcId="{F4262E79-2F50-49B4-8D85-CFE2DB6235A3}" destId="{CA2E1AF8-37F6-44FA-BC84-4A9BEA28A1AB}" srcOrd="6" destOrd="0" presId="urn:microsoft.com/office/officeart/2005/8/layout/vProcess5"/>
    <dgm:cxn modelId="{3C326434-427E-4369-A196-9B363F5DEA72}" type="presParOf" srcId="{F4262E79-2F50-49B4-8D85-CFE2DB6235A3}" destId="{48A2C7B0-601D-4042-924D-AB728FB0BC38}" srcOrd="7" destOrd="0" presId="urn:microsoft.com/office/officeart/2005/8/layout/vProcess5"/>
    <dgm:cxn modelId="{E7C8B57B-215D-439B-BFEE-7D5A62AAD533}" type="presParOf" srcId="{F4262E79-2F50-49B4-8D85-CFE2DB6235A3}" destId="{F4BB5CE4-074C-4B6E-B6E6-596BC85290E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F37000F-BADA-4531-9913-4FE52A49ED6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62FBEF7-5B05-4FA7-9226-A63F74BB6A9B}">
      <dgm:prSet/>
      <dgm:spPr/>
      <dgm:t>
        <a:bodyPr/>
        <a:lstStyle/>
        <a:p>
          <a:pPr>
            <a:defRPr b="1"/>
          </a:pPr>
          <a:r>
            <a:rPr lang="en-GB" b="1"/>
            <a:t>Learning Objectives</a:t>
          </a:r>
          <a:endParaRPr lang="en-US"/>
        </a:p>
      </dgm:t>
    </dgm:pt>
    <dgm:pt modelId="{47F801E7-A354-4535-827F-A4E02B2F40AB}" type="parTrans" cxnId="{2567F06D-1ED8-4807-AD0D-80C1EC0DF560}">
      <dgm:prSet/>
      <dgm:spPr/>
      <dgm:t>
        <a:bodyPr/>
        <a:lstStyle/>
        <a:p>
          <a:endParaRPr lang="en-US"/>
        </a:p>
      </dgm:t>
    </dgm:pt>
    <dgm:pt modelId="{AC8B9A86-10B2-4C8D-AE41-8656B7D8114F}" type="sibTrans" cxnId="{2567F06D-1ED8-4807-AD0D-80C1EC0DF560}">
      <dgm:prSet/>
      <dgm:spPr/>
      <dgm:t>
        <a:bodyPr/>
        <a:lstStyle/>
        <a:p>
          <a:endParaRPr lang="en-US"/>
        </a:p>
      </dgm:t>
    </dgm:pt>
    <dgm:pt modelId="{340CF46B-4C80-4C20-86CB-27661FF5A64E}">
      <dgm:prSet/>
      <dgm:spPr/>
      <dgm:t>
        <a:bodyPr/>
        <a:lstStyle/>
        <a:p>
          <a:pPr>
            <a:defRPr b="1"/>
          </a:pPr>
          <a:r>
            <a:rPr lang="en-GB"/>
            <a:t>By the end of this module, learners will be able to:</a:t>
          </a:r>
          <a:endParaRPr lang="en-US"/>
        </a:p>
      </dgm:t>
    </dgm:pt>
    <dgm:pt modelId="{366737B6-C24B-42C1-B854-97D4C9420663}" type="parTrans" cxnId="{D94A5762-E11D-4F88-8296-8F4E9CF31094}">
      <dgm:prSet/>
      <dgm:spPr/>
      <dgm:t>
        <a:bodyPr/>
        <a:lstStyle/>
        <a:p>
          <a:endParaRPr lang="en-US"/>
        </a:p>
      </dgm:t>
    </dgm:pt>
    <dgm:pt modelId="{A04E823D-805E-4976-AAB3-862A09BD5FAE}" type="sibTrans" cxnId="{D94A5762-E11D-4F88-8296-8F4E9CF31094}">
      <dgm:prSet/>
      <dgm:spPr/>
      <dgm:t>
        <a:bodyPr/>
        <a:lstStyle/>
        <a:p>
          <a:endParaRPr lang="en-US"/>
        </a:p>
      </dgm:t>
    </dgm:pt>
    <dgm:pt modelId="{847C36C9-C56C-4CE6-8545-A2B59EE30E2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Understand why programs read and write files</a:t>
          </a:r>
          <a:endParaRPr lang="en-US"/>
        </a:p>
      </dgm:t>
    </dgm:pt>
    <dgm:pt modelId="{76A731F1-972B-4A53-8F11-949881A5EBE8}" type="parTrans" cxnId="{EE7F6920-0D7F-46EE-A202-A0E6B8AB9130}">
      <dgm:prSet/>
      <dgm:spPr/>
      <dgm:t>
        <a:bodyPr/>
        <a:lstStyle/>
        <a:p>
          <a:endParaRPr lang="en-US"/>
        </a:p>
      </dgm:t>
    </dgm:pt>
    <dgm:pt modelId="{25117F66-B6DF-4172-BB55-646F70919408}" type="sibTrans" cxnId="{EE7F6920-0D7F-46EE-A202-A0E6B8AB9130}">
      <dgm:prSet/>
      <dgm:spPr/>
      <dgm:t>
        <a:bodyPr/>
        <a:lstStyle/>
        <a:p>
          <a:endParaRPr lang="en-US"/>
        </a:p>
      </dgm:t>
    </dgm:pt>
    <dgm:pt modelId="{98456B19-4CE8-4735-BC01-13529580FE5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Open files using Python’s open() function</a:t>
          </a:r>
          <a:endParaRPr lang="en-US"/>
        </a:p>
      </dgm:t>
    </dgm:pt>
    <dgm:pt modelId="{8D3120DB-D09D-4C6F-884C-610E53A88D29}" type="parTrans" cxnId="{FFCBE378-222E-4A49-AD14-1E96AA6A4AD4}">
      <dgm:prSet/>
      <dgm:spPr/>
      <dgm:t>
        <a:bodyPr/>
        <a:lstStyle/>
        <a:p>
          <a:endParaRPr lang="en-US"/>
        </a:p>
      </dgm:t>
    </dgm:pt>
    <dgm:pt modelId="{CBD030CC-7E93-4B65-9092-B2D6344C7953}" type="sibTrans" cxnId="{FFCBE378-222E-4A49-AD14-1E96AA6A4AD4}">
      <dgm:prSet/>
      <dgm:spPr/>
      <dgm:t>
        <a:bodyPr/>
        <a:lstStyle/>
        <a:p>
          <a:endParaRPr lang="en-US"/>
        </a:p>
      </dgm:t>
    </dgm:pt>
    <dgm:pt modelId="{763F208D-D203-4D13-9F8F-ADEEA73A727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Read text files using multiple methods</a:t>
          </a:r>
          <a:endParaRPr lang="en-US"/>
        </a:p>
      </dgm:t>
    </dgm:pt>
    <dgm:pt modelId="{EC906EC3-9CC1-444E-BF30-4E4565A5882C}" type="parTrans" cxnId="{219F3843-42C0-4A00-A639-064256724AA1}">
      <dgm:prSet/>
      <dgm:spPr/>
      <dgm:t>
        <a:bodyPr/>
        <a:lstStyle/>
        <a:p>
          <a:endParaRPr lang="en-US"/>
        </a:p>
      </dgm:t>
    </dgm:pt>
    <dgm:pt modelId="{836CAB39-F9CF-4D44-B8A1-B2976B945513}" type="sibTrans" cxnId="{219F3843-42C0-4A00-A639-064256724AA1}">
      <dgm:prSet/>
      <dgm:spPr/>
      <dgm:t>
        <a:bodyPr/>
        <a:lstStyle/>
        <a:p>
          <a:endParaRPr lang="en-US"/>
        </a:p>
      </dgm:t>
    </dgm:pt>
    <dgm:pt modelId="{9631C045-9663-448B-B1C8-40FC20CA712B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dirty="0"/>
            <a:t>Write and append to files</a:t>
          </a:r>
          <a:endParaRPr lang="en-US" dirty="0"/>
        </a:p>
      </dgm:t>
    </dgm:pt>
    <dgm:pt modelId="{B07B52F7-0371-4749-A592-00AE3DA3ECA0}" type="parTrans" cxnId="{1F2F35A3-70CB-464C-9436-69774D88A4B3}">
      <dgm:prSet/>
      <dgm:spPr/>
      <dgm:t>
        <a:bodyPr/>
        <a:lstStyle/>
        <a:p>
          <a:endParaRPr lang="en-US"/>
        </a:p>
      </dgm:t>
    </dgm:pt>
    <dgm:pt modelId="{AA6D0079-77CB-4AF0-9292-B9815743F0E0}" type="sibTrans" cxnId="{1F2F35A3-70CB-464C-9436-69774D88A4B3}">
      <dgm:prSet/>
      <dgm:spPr/>
      <dgm:t>
        <a:bodyPr/>
        <a:lstStyle/>
        <a:p>
          <a:endParaRPr lang="en-US"/>
        </a:p>
      </dgm:t>
    </dgm:pt>
    <dgm:pt modelId="{54D3658B-A973-41B0-A8B8-1BC4DF088A4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Use file modes ("r", "w", "a", "r+")</a:t>
          </a:r>
          <a:endParaRPr lang="en-US"/>
        </a:p>
      </dgm:t>
    </dgm:pt>
    <dgm:pt modelId="{0332C7BA-C90E-48FA-873C-05F7A25AA8DA}" type="parTrans" cxnId="{8EA3BF11-D50C-41DF-85DF-647664B7F35B}">
      <dgm:prSet/>
      <dgm:spPr/>
      <dgm:t>
        <a:bodyPr/>
        <a:lstStyle/>
        <a:p>
          <a:endParaRPr lang="en-US"/>
        </a:p>
      </dgm:t>
    </dgm:pt>
    <dgm:pt modelId="{756F6F90-4F29-4136-92B0-E0760926AB68}" type="sibTrans" cxnId="{8EA3BF11-D50C-41DF-85DF-647664B7F35B}">
      <dgm:prSet/>
      <dgm:spPr/>
      <dgm:t>
        <a:bodyPr/>
        <a:lstStyle/>
        <a:p>
          <a:endParaRPr lang="en-US"/>
        </a:p>
      </dgm:t>
    </dgm:pt>
    <dgm:pt modelId="{54B83F76-D084-45A0-A5CF-A9ED5598A21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Use with statements for safe file handling</a:t>
          </a:r>
          <a:endParaRPr lang="en-US"/>
        </a:p>
      </dgm:t>
    </dgm:pt>
    <dgm:pt modelId="{7AE9CBC8-BDC8-4ABF-AB2E-726D465AD8F2}" type="parTrans" cxnId="{06E332B9-BE2E-4575-A494-C94897CF02E8}">
      <dgm:prSet/>
      <dgm:spPr/>
      <dgm:t>
        <a:bodyPr/>
        <a:lstStyle/>
        <a:p>
          <a:endParaRPr lang="en-US"/>
        </a:p>
      </dgm:t>
    </dgm:pt>
    <dgm:pt modelId="{BF67F567-27CA-491D-B6DD-2604CF064A53}" type="sibTrans" cxnId="{06E332B9-BE2E-4575-A494-C94897CF02E8}">
      <dgm:prSet/>
      <dgm:spPr/>
      <dgm:t>
        <a:bodyPr/>
        <a:lstStyle/>
        <a:p>
          <a:endParaRPr lang="en-US"/>
        </a:p>
      </dgm:t>
    </dgm:pt>
    <dgm:pt modelId="{1283AEAE-A36F-4C05-ABDD-38A6D1849462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/>
            <a:t>Apply file operations to real‑world tasks</a:t>
          </a:r>
          <a:endParaRPr lang="en-US"/>
        </a:p>
      </dgm:t>
    </dgm:pt>
    <dgm:pt modelId="{CE1A0584-A557-4BE0-B3AB-57F974178886}" type="parTrans" cxnId="{D4CA30DF-EACA-458C-A9C5-F5D133C195DA}">
      <dgm:prSet/>
      <dgm:spPr/>
      <dgm:t>
        <a:bodyPr/>
        <a:lstStyle/>
        <a:p>
          <a:endParaRPr lang="en-US"/>
        </a:p>
      </dgm:t>
    </dgm:pt>
    <dgm:pt modelId="{B2F4CD91-AB9C-443F-A950-7EF717A6A324}" type="sibTrans" cxnId="{D4CA30DF-EACA-458C-A9C5-F5D133C195DA}">
      <dgm:prSet/>
      <dgm:spPr/>
      <dgm:t>
        <a:bodyPr/>
        <a:lstStyle/>
        <a:p>
          <a:endParaRPr lang="en-US"/>
        </a:p>
      </dgm:t>
    </dgm:pt>
    <dgm:pt modelId="{E0E2C443-FC6B-4260-AEF9-5CEEA0BFA60C}" type="pres">
      <dgm:prSet presAssocID="{8F37000F-BADA-4531-9913-4FE52A49ED67}" presName="linear" presStyleCnt="0">
        <dgm:presLayoutVars>
          <dgm:animLvl val="lvl"/>
          <dgm:resizeHandles val="exact"/>
        </dgm:presLayoutVars>
      </dgm:prSet>
      <dgm:spPr/>
    </dgm:pt>
    <dgm:pt modelId="{4C4FB9BA-7660-4107-BA52-EE56A159FA79}" type="pres">
      <dgm:prSet presAssocID="{862FBEF7-5B05-4FA7-9226-A63F74BB6A9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95872EE-3ED0-4320-AC50-537FF89D0977}" type="pres">
      <dgm:prSet presAssocID="{AC8B9A86-10B2-4C8D-AE41-8656B7D8114F}" presName="spacer" presStyleCnt="0"/>
      <dgm:spPr/>
    </dgm:pt>
    <dgm:pt modelId="{7A2B7934-38CC-429A-BE76-6771A97A580D}" type="pres">
      <dgm:prSet presAssocID="{340CF46B-4C80-4C20-86CB-27661FF5A64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FCCF4DB-B1F5-4785-9416-2BD756FA7275}" type="pres">
      <dgm:prSet presAssocID="{340CF46B-4C80-4C20-86CB-27661FF5A64E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EA3BF11-D50C-41DF-85DF-647664B7F35B}" srcId="{340CF46B-4C80-4C20-86CB-27661FF5A64E}" destId="{54D3658B-A973-41B0-A8B8-1BC4DF088A4F}" srcOrd="4" destOrd="0" parTransId="{0332C7BA-C90E-48FA-873C-05F7A25AA8DA}" sibTransId="{756F6F90-4F29-4136-92B0-E0760926AB68}"/>
    <dgm:cxn modelId="{6C9E821D-9D5F-4E3C-A7CB-EDDA0D474E96}" type="presOf" srcId="{98456B19-4CE8-4735-BC01-13529580FE57}" destId="{4FCCF4DB-B1F5-4785-9416-2BD756FA7275}" srcOrd="0" destOrd="1" presId="urn:microsoft.com/office/officeart/2005/8/layout/vList2"/>
    <dgm:cxn modelId="{EE7F6920-0D7F-46EE-A202-A0E6B8AB9130}" srcId="{340CF46B-4C80-4C20-86CB-27661FF5A64E}" destId="{847C36C9-C56C-4CE6-8545-A2B59EE30E25}" srcOrd="0" destOrd="0" parTransId="{76A731F1-972B-4A53-8F11-949881A5EBE8}" sibTransId="{25117F66-B6DF-4172-BB55-646F70919408}"/>
    <dgm:cxn modelId="{D0716F26-E8A3-44C3-AF3B-F20CA0485051}" type="presOf" srcId="{1283AEAE-A36F-4C05-ABDD-38A6D1849462}" destId="{4FCCF4DB-B1F5-4785-9416-2BD756FA7275}" srcOrd="0" destOrd="6" presId="urn:microsoft.com/office/officeart/2005/8/layout/vList2"/>
    <dgm:cxn modelId="{9B87562E-D512-4F46-9447-33F2B3D9EA6E}" type="presOf" srcId="{340CF46B-4C80-4C20-86CB-27661FF5A64E}" destId="{7A2B7934-38CC-429A-BE76-6771A97A580D}" srcOrd="0" destOrd="0" presId="urn:microsoft.com/office/officeart/2005/8/layout/vList2"/>
    <dgm:cxn modelId="{D94A5762-E11D-4F88-8296-8F4E9CF31094}" srcId="{8F37000F-BADA-4531-9913-4FE52A49ED67}" destId="{340CF46B-4C80-4C20-86CB-27661FF5A64E}" srcOrd="1" destOrd="0" parTransId="{366737B6-C24B-42C1-B854-97D4C9420663}" sibTransId="{A04E823D-805E-4976-AAB3-862A09BD5FAE}"/>
    <dgm:cxn modelId="{219F3843-42C0-4A00-A639-064256724AA1}" srcId="{340CF46B-4C80-4C20-86CB-27661FF5A64E}" destId="{763F208D-D203-4D13-9F8F-ADEEA73A7277}" srcOrd="2" destOrd="0" parTransId="{EC906EC3-9CC1-444E-BF30-4E4565A5882C}" sibTransId="{836CAB39-F9CF-4D44-B8A1-B2976B945513}"/>
    <dgm:cxn modelId="{D940A863-D0C6-4631-BC23-4BF892339697}" type="presOf" srcId="{763F208D-D203-4D13-9F8F-ADEEA73A7277}" destId="{4FCCF4DB-B1F5-4785-9416-2BD756FA7275}" srcOrd="0" destOrd="2" presId="urn:microsoft.com/office/officeart/2005/8/layout/vList2"/>
    <dgm:cxn modelId="{2567F06D-1ED8-4807-AD0D-80C1EC0DF560}" srcId="{8F37000F-BADA-4531-9913-4FE52A49ED67}" destId="{862FBEF7-5B05-4FA7-9226-A63F74BB6A9B}" srcOrd="0" destOrd="0" parTransId="{47F801E7-A354-4535-827F-A4E02B2F40AB}" sibTransId="{AC8B9A86-10B2-4C8D-AE41-8656B7D8114F}"/>
    <dgm:cxn modelId="{4E9E5F53-2915-42E2-813E-FCC5B79A5A9D}" type="presOf" srcId="{847C36C9-C56C-4CE6-8545-A2B59EE30E25}" destId="{4FCCF4DB-B1F5-4785-9416-2BD756FA7275}" srcOrd="0" destOrd="0" presId="urn:microsoft.com/office/officeart/2005/8/layout/vList2"/>
    <dgm:cxn modelId="{FFCBE378-222E-4A49-AD14-1E96AA6A4AD4}" srcId="{340CF46B-4C80-4C20-86CB-27661FF5A64E}" destId="{98456B19-4CE8-4735-BC01-13529580FE57}" srcOrd="1" destOrd="0" parTransId="{8D3120DB-D09D-4C6F-884C-610E53A88D29}" sibTransId="{CBD030CC-7E93-4B65-9092-B2D6344C7953}"/>
    <dgm:cxn modelId="{40A0AF85-3FCB-4AF1-8C29-E209F269219E}" type="presOf" srcId="{54B83F76-D084-45A0-A5CF-A9ED5598A216}" destId="{4FCCF4DB-B1F5-4785-9416-2BD756FA7275}" srcOrd="0" destOrd="5" presId="urn:microsoft.com/office/officeart/2005/8/layout/vList2"/>
    <dgm:cxn modelId="{4465B289-7C4B-4991-A79A-917FECA481E7}" type="presOf" srcId="{862FBEF7-5B05-4FA7-9226-A63F74BB6A9B}" destId="{4C4FB9BA-7660-4107-BA52-EE56A159FA79}" srcOrd="0" destOrd="0" presId="urn:microsoft.com/office/officeart/2005/8/layout/vList2"/>
    <dgm:cxn modelId="{910EA998-0C6F-4E04-9918-D5D49F55E41D}" type="presOf" srcId="{9631C045-9663-448B-B1C8-40FC20CA712B}" destId="{4FCCF4DB-B1F5-4785-9416-2BD756FA7275}" srcOrd="0" destOrd="3" presId="urn:microsoft.com/office/officeart/2005/8/layout/vList2"/>
    <dgm:cxn modelId="{1F2F35A3-70CB-464C-9436-69774D88A4B3}" srcId="{340CF46B-4C80-4C20-86CB-27661FF5A64E}" destId="{9631C045-9663-448B-B1C8-40FC20CA712B}" srcOrd="3" destOrd="0" parTransId="{B07B52F7-0371-4749-A592-00AE3DA3ECA0}" sibTransId="{AA6D0079-77CB-4AF0-9292-B9815743F0E0}"/>
    <dgm:cxn modelId="{06E332B9-BE2E-4575-A494-C94897CF02E8}" srcId="{340CF46B-4C80-4C20-86CB-27661FF5A64E}" destId="{54B83F76-D084-45A0-A5CF-A9ED5598A216}" srcOrd="5" destOrd="0" parTransId="{7AE9CBC8-BDC8-4ABF-AB2E-726D465AD8F2}" sibTransId="{BF67F567-27CA-491D-B6DD-2604CF064A53}"/>
    <dgm:cxn modelId="{A27590CA-E906-4702-A7F0-F02A50B105C0}" type="presOf" srcId="{54D3658B-A973-41B0-A8B8-1BC4DF088A4F}" destId="{4FCCF4DB-B1F5-4785-9416-2BD756FA7275}" srcOrd="0" destOrd="4" presId="urn:microsoft.com/office/officeart/2005/8/layout/vList2"/>
    <dgm:cxn modelId="{D4CA30DF-EACA-458C-A9C5-F5D133C195DA}" srcId="{340CF46B-4C80-4C20-86CB-27661FF5A64E}" destId="{1283AEAE-A36F-4C05-ABDD-38A6D1849462}" srcOrd="6" destOrd="0" parTransId="{CE1A0584-A557-4BE0-B3AB-57F974178886}" sibTransId="{B2F4CD91-AB9C-443F-A950-7EF717A6A324}"/>
    <dgm:cxn modelId="{7E8534FF-D73A-4B17-9C9C-315F7DFDF233}" type="presOf" srcId="{8F37000F-BADA-4531-9913-4FE52A49ED67}" destId="{E0E2C443-FC6B-4260-AEF9-5CEEA0BFA60C}" srcOrd="0" destOrd="0" presId="urn:microsoft.com/office/officeart/2005/8/layout/vList2"/>
    <dgm:cxn modelId="{236DECA2-4165-42D1-B812-3442F6DC3DBE}" type="presParOf" srcId="{E0E2C443-FC6B-4260-AEF9-5CEEA0BFA60C}" destId="{4C4FB9BA-7660-4107-BA52-EE56A159FA79}" srcOrd="0" destOrd="0" presId="urn:microsoft.com/office/officeart/2005/8/layout/vList2"/>
    <dgm:cxn modelId="{6EAC43DA-308F-47C8-B064-317CDD8A32FE}" type="presParOf" srcId="{E0E2C443-FC6B-4260-AEF9-5CEEA0BFA60C}" destId="{D95872EE-3ED0-4320-AC50-537FF89D0977}" srcOrd="1" destOrd="0" presId="urn:microsoft.com/office/officeart/2005/8/layout/vList2"/>
    <dgm:cxn modelId="{24842BEB-76BD-4DB1-88F5-FF32C53E3DC5}" type="presParOf" srcId="{E0E2C443-FC6B-4260-AEF9-5CEEA0BFA60C}" destId="{7A2B7934-38CC-429A-BE76-6771A97A580D}" srcOrd="2" destOrd="0" presId="urn:microsoft.com/office/officeart/2005/8/layout/vList2"/>
    <dgm:cxn modelId="{220D0E66-3D1F-456A-8F2B-70BADF155272}" type="presParOf" srcId="{E0E2C443-FC6B-4260-AEF9-5CEEA0BFA60C}" destId="{4FCCF4DB-B1F5-4785-9416-2BD756FA727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81D6FEA-EB11-4001-AD63-3FA3E16A6F1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A695F99-8D6A-4E13-8FFF-F6E3B69B39F0}">
      <dgm:prSet/>
      <dgm:spPr/>
      <dgm:t>
        <a:bodyPr/>
        <a:lstStyle/>
        <a:p>
          <a:pPr>
            <a:defRPr b="1"/>
          </a:pPr>
          <a:r>
            <a:rPr lang="en-GB" b="1"/>
            <a:t>Programs use files to:</a:t>
          </a:r>
          <a:endParaRPr lang="en-US"/>
        </a:p>
      </dgm:t>
    </dgm:pt>
    <dgm:pt modelId="{C0255776-E951-4D3B-875E-744C7B9E7C14}" type="parTrans" cxnId="{DD8796BA-57B4-4589-8CF4-E07BA555F5FC}">
      <dgm:prSet/>
      <dgm:spPr/>
      <dgm:t>
        <a:bodyPr/>
        <a:lstStyle/>
        <a:p>
          <a:endParaRPr lang="en-US"/>
        </a:p>
      </dgm:t>
    </dgm:pt>
    <dgm:pt modelId="{C6ABF9CA-15D9-4AC0-9DE3-9E92516A75B9}" type="sibTrans" cxnId="{DD8796BA-57B4-4589-8CF4-E07BA555F5FC}">
      <dgm:prSet/>
      <dgm:spPr/>
      <dgm:t>
        <a:bodyPr/>
        <a:lstStyle/>
        <a:p>
          <a:endParaRPr lang="en-US"/>
        </a:p>
      </dgm:t>
    </dgm:pt>
    <dgm:pt modelId="{294CBAF5-021F-4C2F-9EE6-85A5EF11A889}">
      <dgm:prSet custT="1"/>
      <dgm:spPr/>
      <dgm:t>
        <a:bodyPr/>
        <a:lstStyle/>
        <a:p>
          <a:pPr algn="l">
            <a:buFont typeface="+mj-lt"/>
            <a:buNone/>
          </a:pPr>
          <a:r>
            <a:rPr lang="en-GB" sz="1800" dirty="0">
              <a:latin typeface="+mj-lt"/>
              <a:cs typeface="Arial" panose="020B0604020202020204" pitchFamily="34" charset="0"/>
            </a:rPr>
            <a:t>1. Save data permanently</a:t>
          </a:r>
          <a:endParaRPr lang="en-US" sz="1800" dirty="0">
            <a:latin typeface="+mj-lt"/>
            <a:cs typeface="Arial" panose="020B0604020202020204" pitchFamily="34" charset="0"/>
          </a:endParaRPr>
        </a:p>
      </dgm:t>
    </dgm:pt>
    <dgm:pt modelId="{2F38B350-AA5A-4ED6-8215-3588A295B0B0}" type="parTrans" cxnId="{3B6942AA-67B1-4F74-9EB6-602C2F955B49}">
      <dgm:prSet/>
      <dgm:spPr/>
      <dgm:t>
        <a:bodyPr/>
        <a:lstStyle/>
        <a:p>
          <a:endParaRPr lang="en-US"/>
        </a:p>
      </dgm:t>
    </dgm:pt>
    <dgm:pt modelId="{A1DE9809-EABC-49F4-8F1B-AC056AB3098E}" type="sibTrans" cxnId="{3B6942AA-67B1-4F74-9EB6-602C2F955B49}">
      <dgm:prSet/>
      <dgm:spPr/>
      <dgm:t>
        <a:bodyPr/>
        <a:lstStyle/>
        <a:p>
          <a:endParaRPr lang="en-US"/>
        </a:p>
      </dgm:t>
    </dgm:pt>
    <dgm:pt modelId="{CDB020F1-2F25-4754-A65F-CFD057B588C9}">
      <dgm:prSet custT="1"/>
      <dgm:spPr/>
      <dgm:t>
        <a:bodyPr/>
        <a:lstStyle/>
        <a:p>
          <a:pPr algn="l">
            <a:buFont typeface="+mj-lt"/>
            <a:buNone/>
          </a:pPr>
          <a:r>
            <a:rPr lang="en-GB" sz="1800" dirty="0">
              <a:latin typeface="+mj-lt"/>
              <a:cs typeface="Arial" panose="020B0604020202020204" pitchFamily="34" charset="0"/>
            </a:rPr>
            <a:t>2. Load data later</a:t>
          </a:r>
          <a:endParaRPr lang="en-US" sz="1800" dirty="0">
            <a:latin typeface="+mj-lt"/>
            <a:cs typeface="Arial" panose="020B0604020202020204" pitchFamily="34" charset="0"/>
          </a:endParaRPr>
        </a:p>
      </dgm:t>
    </dgm:pt>
    <dgm:pt modelId="{38B8F2D8-757B-4373-AD14-E5F6C51A7B5B}" type="parTrans" cxnId="{DFEC80EF-D3EB-4EC2-90FB-511C93F43EE8}">
      <dgm:prSet/>
      <dgm:spPr/>
      <dgm:t>
        <a:bodyPr/>
        <a:lstStyle/>
        <a:p>
          <a:endParaRPr lang="en-US"/>
        </a:p>
      </dgm:t>
    </dgm:pt>
    <dgm:pt modelId="{EFCD84E8-A9A1-4E3B-8EC0-0684E37E6ED8}" type="sibTrans" cxnId="{DFEC80EF-D3EB-4EC2-90FB-511C93F43EE8}">
      <dgm:prSet/>
      <dgm:spPr/>
      <dgm:t>
        <a:bodyPr/>
        <a:lstStyle/>
        <a:p>
          <a:endParaRPr lang="en-US"/>
        </a:p>
      </dgm:t>
    </dgm:pt>
    <dgm:pt modelId="{85EAD612-998B-4A95-86DC-D10B156C28CD}">
      <dgm:prSet custT="1"/>
      <dgm:spPr/>
      <dgm:t>
        <a:bodyPr/>
        <a:lstStyle/>
        <a:p>
          <a:pPr algn="l">
            <a:buFont typeface="+mj-lt"/>
            <a:buNone/>
          </a:pPr>
          <a:r>
            <a:rPr lang="en-GB" sz="1800" dirty="0">
              <a:latin typeface="+mj-lt"/>
              <a:cs typeface="Arial" panose="020B0604020202020204" pitchFamily="34" charset="0"/>
            </a:rPr>
            <a:t>3. Store logs, settings, and user information</a:t>
          </a:r>
          <a:endParaRPr lang="en-US" sz="1800" dirty="0">
            <a:latin typeface="+mj-lt"/>
            <a:cs typeface="Arial" panose="020B0604020202020204" pitchFamily="34" charset="0"/>
          </a:endParaRPr>
        </a:p>
      </dgm:t>
    </dgm:pt>
    <dgm:pt modelId="{06B6C567-B667-47E1-B8BB-B66B90A5B945}" type="parTrans" cxnId="{7D4D3A1A-5004-49B6-B7C7-F7AB0D5656C6}">
      <dgm:prSet/>
      <dgm:spPr/>
      <dgm:t>
        <a:bodyPr/>
        <a:lstStyle/>
        <a:p>
          <a:endParaRPr lang="en-US"/>
        </a:p>
      </dgm:t>
    </dgm:pt>
    <dgm:pt modelId="{EE5BACE7-25A4-4AF7-8FAD-D275DD6F56DE}" type="sibTrans" cxnId="{7D4D3A1A-5004-49B6-B7C7-F7AB0D5656C6}">
      <dgm:prSet/>
      <dgm:spPr/>
      <dgm:t>
        <a:bodyPr/>
        <a:lstStyle/>
        <a:p>
          <a:endParaRPr lang="en-US"/>
        </a:p>
      </dgm:t>
    </dgm:pt>
    <dgm:pt modelId="{0F50ED1B-1B06-44EB-9902-0E31BD4FB4DB}">
      <dgm:prSet custT="1"/>
      <dgm:spPr/>
      <dgm:t>
        <a:bodyPr/>
        <a:lstStyle/>
        <a:p>
          <a:pPr algn="l">
            <a:buFont typeface="+mj-lt"/>
            <a:buNone/>
          </a:pPr>
          <a:r>
            <a:rPr lang="en-GB" sz="1800" dirty="0">
              <a:latin typeface="+mj-lt"/>
              <a:cs typeface="Arial" panose="020B0604020202020204" pitchFamily="34" charset="0"/>
            </a:rPr>
            <a:t>4. Process large amounts of text</a:t>
          </a:r>
          <a:endParaRPr lang="en-US" sz="1800" dirty="0">
            <a:latin typeface="+mj-lt"/>
            <a:cs typeface="Arial" panose="020B0604020202020204" pitchFamily="34" charset="0"/>
          </a:endParaRPr>
        </a:p>
      </dgm:t>
    </dgm:pt>
    <dgm:pt modelId="{8D780B7F-0CFB-49BA-8406-B9CBF2EE2C84}" type="parTrans" cxnId="{03FAC161-EAD3-44AB-B1BE-C8FD61DF5DC9}">
      <dgm:prSet/>
      <dgm:spPr/>
      <dgm:t>
        <a:bodyPr/>
        <a:lstStyle/>
        <a:p>
          <a:endParaRPr lang="en-US"/>
        </a:p>
      </dgm:t>
    </dgm:pt>
    <dgm:pt modelId="{6DCA3B46-B28A-405B-9184-BD3177961CE9}" type="sibTrans" cxnId="{03FAC161-EAD3-44AB-B1BE-C8FD61DF5DC9}">
      <dgm:prSet/>
      <dgm:spPr/>
      <dgm:t>
        <a:bodyPr/>
        <a:lstStyle/>
        <a:p>
          <a:endParaRPr lang="en-US"/>
        </a:p>
      </dgm:t>
    </dgm:pt>
    <dgm:pt modelId="{DD293EF3-2567-4D03-9081-B69BAD44BBD0}">
      <dgm:prSet/>
      <dgm:spPr/>
      <dgm:t>
        <a:bodyPr/>
        <a:lstStyle/>
        <a:p>
          <a:pPr algn="l">
            <a:defRPr b="1"/>
          </a:pPr>
          <a:r>
            <a:rPr lang="en-GB" b="1" dirty="0"/>
            <a:t>Examples:</a:t>
          </a:r>
          <a:endParaRPr lang="en-US" dirty="0"/>
        </a:p>
      </dgm:t>
    </dgm:pt>
    <dgm:pt modelId="{3CC0A4E7-5A0A-45B9-A3C4-2F18D15568F6}" type="parTrans" cxnId="{38397799-8986-423C-A4EA-644D81118C1F}">
      <dgm:prSet/>
      <dgm:spPr/>
      <dgm:t>
        <a:bodyPr/>
        <a:lstStyle/>
        <a:p>
          <a:endParaRPr lang="en-US"/>
        </a:p>
      </dgm:t>
    </dgm:pt>
    <dgm:pt modelId="{F2ABAD4C-F9D3-4B9A-872E-276C93D0544D}" type="sibTrans" cxnId="{38397799-8986-423C-A4EA-644D81118C1F}">
      <dgm:prSet/>
      <dgm:spPr/>
      <dgm:t>
        <a:bodyPr/>
        <a:lstStyle/>
        <a:p>
          <a:endParaRPr lang="en-US"/>
        </a:p>
      </dgm:t>
    </dgm:pt>
    <dgm:pt modelId="{FCCEBAB5-6228-4E1D-AC52-8A5A45DFE683}">
      <dgm:prSet custT="1"/>
      <dgm:spPr/>
      <dgm:t>
        <a:bodyPr/>
        <a:lstStyle/>
        <a:p>
          <a:pPr algn="l">
            <a:buFont typeface="+mj-lt"/>
            <a:buAutoNum type="arabicPeriod"/>
          </a:pPr>
          <a:r>
            <a:rPr lang="en-GB" sz="2400" dirty="0"/>
            <a:t>1</a:t>
          </a:r>
          <a:r>
            <a:rPr lang="en-GB" sz="1800" dirty="0"/>
            <a:t>. Saving game progress</a:t>
          </a:r>
          <a:endParaRPr lang="en-US" sz="1800" dirty="0"/>
        </a:p>
      </dgm:t>
    </dgm:pt>
    <dgm:pt modelId="{A88DC898-8DE3-40FB-98AE-BAB6DEF2E3B6}" type="parTrans" cxnId="{4C9229C7-18FC-44A0-BBB5-6390E070644B}">
      <dgm:prSet/>
      <dgm:spPr/>
      <dgm:t>
        <a:bodyPr/>
        <a:lstStyle/>
        <a:p>
          <a:endParaRPr lang="en-US"/>
        </a:p>
      </dgm:t>
    </dgm:pt>
    <dgm:pt modelId="{2F760879-12CC-43A2-A851-614DBF88875F}" type="sibTrans" cxnId="{4C9229C7-18FC-44A0-BBB5-6390E070644B}">
      <dgm:prSet/>
      <dgm:spPr/>
      <dgm:t>
        <a:bodyPr/>
        <a:lstStyle/>
        <a:p>
          <a:endParaRPr lang="en-US"/>
        </a:p>
      </dgm:t>
    </dgm:pt>
    <dgm:pt modelId="{F328B85D-4012-4AA3-8D7E-CE63CAEE0C40}">
      <dgm:prSet custT="1"/>
      <dgm:spPr/>
      <dgm:t>
        <a:bodyPr/>
        <a:lstStyle/>
        <a:p>
          <a:pPr algn="l">
            <a:buFont typeface="+mj-lt"/>
            <a:buAutoNum type="arabicPeriod"/>
          </a:pPr>
          <a:r>
            <a:rPr lang="en-GB" sz="1800" dirty="0"/>
            <a:t>2. Reading CSV data</a:t>
          </a:r>
          <a:endParaRPr lang="en-US" sz="1800" dirty="0"/>
        </a:p>
      </dgm:t>
    </dgm:pt>
    <dgm:pt modelId="{4E60BEF4-08C1-41B5-9825-706F8324E2FE}" type="parTrans" cxnId="{965E6482-636F-44FA-865A-F69784A393A4}">
      <dgm:prSet/>
      <dgm:spPr/>
      <dgm:t>
        <a:bodyPr/>
        <a:lstStyle/>
        <a:p>
          <a:endParaRPr lang="en-US"/>
        </a:p>
      </dgm:t>
    </dgm:pt>
    <dgm:pt modelId="{7E22E32D-94C2-4395-839D-752769AC5B54}" type="sibTrans" cxnId="{965E6482-636F-44FA-865A-F69784A393A4}">
      <dgm:prSet/>
      <dgm:spPr/>
      <dgm:t>
        <a:bodyPr/>
        <a:lstStyle/>
        <a:p>
          <a:endParaRPr lang="en-US"/>
        </a:p>
      </dgm:t>
    </dgm:pt>
    <dgm:pt modelId="{69B40CEF-D64B-4A27-BB75-844017320398}">
      <dgm:prSet custT="1"/>
      <dgm:spPr/>
      <dgm:t>
        <a:bodyPr/>
        <a:lstStyle/>
        <a:p>
          <a:pPr algn="l">
            <a:buFont typeface="+mj-lt"/>
            <a:buAutoNum type="arabicPeriod"/>
          </a:pPr>
          <a:r>
            <a:rPr lang="en-GB" sz="1800" dirty="0"/>
            <a:t>3. Writing reports</a:t>
          </a:r>
          <a:endParaRPr lang="en-US" sz="1800" dirty="0"/>
        </a:p>
      </dgm:t>
    </dgm:pt>
    <dgm:pt modelId="{F43E0748-0C46-4508-AC3E-725E38A62A86}" type="parTrans" cxnId="{3B1552E8-6AAE-4122-BA8B-3BE7BFFA0D94}">
      <dgm:prSet/>
      <dgm:spPr/>
      <dgm:t>
        <a:bodyPr/>
        <a:lstStyle/>
        <a:p>
          <a:endParaRPr lang="en-US"/>
        </a:p>
      </dgm:t>
    </dgm:pt>
    <dgm:pt modelId="{06D2B1A6-BA6F-4A79-9A50-F47AF6E1185E}" type="sibTrans" cxnId="{3B1552E8-6AAE-4122-BA8B-3BE7BFFA0D94}">
      <dgm:prSet/>
      <dgm:spPr/>
      <dgm:t>
        <a:bodyPr/>
        <a:lstStyle/>
        <a:p>
          <a:endParaRPr lang="en-US"/>
        </a:p>
      </dgm:t>
    </dgm:pt>
    <dgm:pt modelId="{610EDC85-F2B7-4675-8C38-BD38872C03D8}" type="pres">
      <dgm:prSet presAssocID="{581D6FEA-EB11-4001-AD63-3FA3E16A6F16}" presName="root" presStyleCnt="0">
        <dgm:presLayoutVars>
          <dgm:dir/>
          <dgm:resizeHandles val="exact"/>
        </dgm:presLayoutVars>
      </dgm:prSet>
      <dgm:spPr/>
    </dgm:pt>
    <dgm:pt modelId="{310C115D-539E-4DAD-A468-137BE89A35EC}" type="pres">
      <dgm:prSet presAssocID="{CA695F99-8D6A-4E13-8FFF-F6E3B69B39F0}" presName="compNode" presStyleCnt="0"/>
      <dgm:spPr/>
    </dgm:pt>
    <dgm:pt modelId="{9FDD21C8-93B8-4CC6-ABFB-0A464E5D3D48}" type="pres">
      <dgm:prSet presAssocID="{CA695F99-8D6A-4E13-8FFF-F6E3B69B39F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22107EF-7D79-4DFC-A877-54ACA2E95549}" type="pres">
      <dgm:prSet presAssocID="{CA695F99-8D6A-4E13-8FFF-F6E3B69B39F0}" presName="iconSpace" presStyleCnt="0"/>
      <dgm:spPr/>
    </dgm:pt>
    <dgm:pt modelId="{D46016BE-12FE-4D8D-91CC-A98D494A6D1F}" type="pres">
      <dgm:prSet presAssocID="{CA695F99-8D6A-4E13-8FFF-F6E3B69B39F0}" presName="parTx" presStyleLbl="revTx" presStyleIdx="0" presStyleCnt="4">
        <dgm:presLayoutVars>
          <dgm:chMax val="0"/>
          <dgm:chPref val="0"/>
        </dgm:presLayoutVars>
      </dgm:prSet>
      <dgm:spPr/>
    </dgm:pt>
    <dgm:pt modelId="{6CFC5F87-3AF6-4772-A959-3A8232A04166}" type="pres">
      <dgm:prSet presAssocID="{CA695F99-8D6A-4E13-8FFF-F6E3B69B39F0}" presName="txSpace" presStyleCnt="0"/>
      <dgm:spPr/>
    </dgm:pt>
    <dgm:pt modelId="{F6C497CE-4BAC-4B5F-A82E-0E76DEAC3216}" type="pres">
      <dgm:prSet presAssocID="{CA695F99-8D6A-4E13-8FFF-F6E3B69B39F0}" presName="desTx" presStyleLbl="revTx" presStyleIdx="1" presStyleCnt="4">
        <dgm:presLayoutVars/>
      </dgm:prSet>
      <dgm:spPr/>
    </dgm:pt>
    <dgm:pt modelId="{1B9D2D93-096B-4406-8931-BA2278DC2DCE}" type="pres">
      <dgm:prSet presAssocID="{C6ABF9CA-15D9-4AC0-9DE3-9E92516A75B9}" presName="sibTrans" presStyleCnt="0"/>
      <dgm:spPr/>
    </dgm:pt>
    <dgm:pt modelId="{18786C40-B094-4CBC-A82E-4A42890F6E69}" type="pres">
      <dgm:prSet presAssocID="{DD293EF3-2567-4D03-9081-B69BAD44BBD0}" presName="compNode" presStyleCnt="0"/>
      <dgm:spPr/>
    </dgm:pt>
    <dgm:pt modelId="{B25826E6-0B3D-4658-BAB3-DE60120AF4A7}" type="pres">
      <dgm:prSet presAssocID="{DD293EF3-2567-4D03-9081-B69BAD44BBD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902CCF0-B18E-4B74-BA89-685B0A3807F1}" type="pres">
      <dgm:prSet presAssocID="{DD293EF3-2567-4D03-9081-B69BAD44BBD0}" presName="iconSpace" presStyleCnt="0"/>
      <dgm:spPr/>
    </dgm:pt>
    <dgm:pt modelId="{B9C8835D-80F6-4CE0-B3B6-42AA9E695BA2}" type="pres">
      <dgm:prSet presAssocID="{DD293EF3-2567-4D03-9081-B69BAD44BBD0}" presName="parTx" presStyleLbl="revTx" presStyleIdx="2" presStyleCnt="4">
        <dgm:presLayoutVars>
          <dgm:chMax val="0"/>
          <dgm:chPref val="0"/>
        </dgm:presLayoutVars>
      </dgm:prSet>
      <dgm:spPr/>
    </dgm:pt>
    <dgm:pt modelId="{F129208F-D60F-443B-A454-3ED0B01AE5AC}" type="pres">
      <dgm:prSet presAssocID="{DD293EF3-2567-4D03-9081-B69BAD44BBD0}" presName="txSpace" presStyleCnt="0"/>
      <dgm:spPr/>
    </dgm:pt>
    <dgm:pt modelId="{AAA5FDB6-CBFC-4191-A8A7-6D4917B91981}" type="pres">
      <dgm:prSet presAssocID="{DD293EF3-2567-4D03-9081-B69BAD44BBD0}" presName="desTx" presStyleLbl="revTx" presStyleIdx="3" presStyleCnt="4">
        <dgm:presLayoutVars/>
      </dgm:prSet>
      <dgm:spPr/>
    </dgm:pt>
  </dgm:ptLst>
  <dgm:cxnLst>
    <dgm:cxn modelId="{D675C911-03D9-4DE7-A638-4B7EC89A96D1}" type="presOf" srcId="{DD293EF3-2567-4D03-9081-B69BAD44BBD0}" destId="{B9C8835D-80F6-4CE0-B3B6-42AA9E695BA2}" srcOrd="0" destOrd="0" presId="urn:microsoft.com/office/officeart/2018/5/layout/CenteredIconLabelDescriptionList"/>
    <dgm:cxn modelId="{18ABC716-719E-4E7A-9595-4C3DB4280952}" type="presOf" srcId="{581D6FEA-EB11-4001-AD63-3FA3E16A6F16}" destId="{610EDC85-F2B7-4675-8C38-BD38872C03D8}" srcOrd="0" destOrd="0" presId="urn:microsoft.com/office/officeart/2018/5/layout/CenteredIconLabelDescriptionList"/>
    <dgm:cxn modelId="{7D4D3A1A-5004-49B6-B7C7-F7AB0D5656C6}" srcId="{CA695F99-8D6A-4E13-8FFF-F6E3B69B39F0}" destId="{85EAD612-998B-4A95-86DC-D10B156C28CD}" srcOrd="2" destOrd="0" parTransId="{06B6C567-B667-47E1-B8BB-B66B90A5B945}" sibTransId="{EE5BACE7-25A4-4AF7-8FAD-D275DD6F56DE}"/>
    <dgm:cxn modelId="{03FAC161-EAD3-44AB-B1BE-C8FD61DF5DC9}" srcId="{CA695F99-8D6A-4E13-8FFF-F6E3B69B39F0}" destId="{0F50ED1B-1B06-44EB-9902-0E31BD4FB4DB}" srcOrd="3" destOrd="0" parTransId="{8D780B7F-0CFB-49BA-8406-B9CBF2EE2C84}" sibTransId="{6DCA3B46-B28A-405B-9184-BD3177961CE9}"/>
    <dgm:cxn modelId="{1BAFBF6F-37A3-4797-9552-BDEA535EE4B7}" type="presOf" srcId="{69B40CEF-D64B-4A27-BB75-844017320398}" destId="{AAA5FDB6-CBFC-4191-A8A7-6D4917B91981}" srcOrd="0" destOrd="2" presId="urn:microsoft.com/office/officeart/2018/5/layout/CenteredIconLabelDescriptionList"/>
    <dgm:cxn modelId="{C755EF5A-008D-4F0F-9032-205E8C94FAE5}" type="presOf" srcId="{CA695F99-8D6A-4E13-8FFF-F6E3B69B39F0}" destId="{D46016BE-12FE-4D8D-91CC-A98D494A6D1F}" srcOrd="0" destOrd="0" presId="urn:microsoft.com/office/officeart/2018/5/layout/CenteredIconLabelDescriptionList"/>
    <dgm:cxn modelId="{965E6482-636F-44FA-865A-F69784A393A4}" srcId="{DD293EF3-2567-4D03-9081-B69BAD44BBD0}" destId="{F328B85D-4012-4AA3-8D7E-CE63CAEE0C40}" srcOrd="1" destOrd="0" parTransId="{4E60BEF4-08C1-41B5-9825-706F8324E2FE}" sibTransId="{7E22E32D-94C2-4395-839D-752769AC5B54}"/>
    <dgm:cxn modelId="{AFAFB38B-CE83-46BD-B223-C7D46DE763D0}" type="presOf" srcId="{294CBAF5-021F-4C2F-9EE6-85A5EF11A889}" destId="{F6C497CE-4BAC-4B5F-A82E-0E76DEAC3216}" srcOrd="0" destOrd="0" presId="urn:microsoft.com/office/officeart/2018/5/layout/CenteredIconLabelDescriptionList"/>
    <dgm:cxn modelId="{38397799-8986-423C-A4EA-644D81118C1F}" srcId="{581D6FEA-EB11-4001-AD63-3FA3E16A6F16}" destId="{DD293EF3-2567-4D03-9081-B69BAD44BBD0}" srcOrd="1" destOrd="0" parTransId="{3CC0A4E7-5A0A-45B9-A3C4-2F18D15568F6}" sibTransId="{F2ABAD4C-F9D3-4B9A-872E-276C93D0544D}"/>
    <dgm:cxn modelId="{3B6942AA-67B1-4F74-9EB6-602C2F955B49}" srcId="{CA695F99-8D6A-4E13-8FFF-F6E3B69B39F0}" destId="{294CBAF5-021F-4C2F-9EE6-85A5EF11A889}" srcOrd="0" destOrd="0" parTransId="{2F38B350-AA5A-4ED6-8215-3588A295B0B0}" sibTransId="{A1DE9809-EABC-49F4-8F1B-AC056AB3098E}"/>
    <dgm:cxn modelId="{E4185FBA-9DAA-44CB-9409-240D80144A78}" type="presOf" srcId="{85EAD612-998B-4A95-86DC-D10B156C28CD}" destId="{F6C497CE-4BAC-4B5F-A82E-0E76DEAC3216}" srcOrd="0" destOrd="2" presId="urn:microsoft.com/office/officeart/2018/5/layout/CenteredIconLabelDescriptionList"/>
    <dgm:cxn modelId="{DD8796BA-57B4-4589-8CF4-E07BA555F5FC}" srcId="{581D6FEA-EB11-4001-AD63-3FA3E16A6F16}" destId="{CA695F99-8D6A-4E13-8FFF-F6E3B69B39F0}" srcOrd="0" destOrd="0" parTransId="{C0255776-E951-4D3B-875E-744C7B9E7C14}" sibTransId="{C6ABF9CA-15D9-4AC0-9DE3-9E92516A75B9}"/>
    <dgm:cxn modelId="{50571AC1-9E4E-4EE7-83F6-A3F37271D1E2}" type="presOf" srcId="{F328B85D-4012-4AA3-8D7E-CE63CAEE0C40}" destId="{AAA5FDB6-CBFC-4191-A8A7-6D4917B91981}" srcOrd="0" destOrd="1" presId="urn:microsoft.com/office/officeart/2018/5/layout/CenteredIconLabelDescriptionList"/>
    <dgm:cxn modelId="{4C9229C7-18FC-44A0-BBB5-6390E070644B}" srcId="{DD293EF3-2567-4D03-9081-B69BAD44BBD0}" destId="{FCCEBAB5-6228-4E1D-AC52-8A5A45DFE683}" srcOrd="0" destOrd="0" parTransId="{A88DC898-8DE3-40FB-98AE-BAB6DEF2E3B6}" sibTransId="{2F760879-12CC-43A2-A851-614DBF88875F}"/>
    <dgm:cxn modelId="{DC3E05DD-51FC-43A8-B1CE-630F7E471E10}" type="presOf" srcId="{0F50ED1B-1B06-44EB-9902-0E31BD4FB4DB}" destId="{F6C497CE-4BAC-4B5F-A82E-0E76DEAC3216}" srcOrd="0" destOrd="3" presId="urn:microsoft.com/office/officeart/2018/5/layout/CenteredIconLabelDescriptionList"/>
    <dgm:cxn modelId="{3B1552E8-6AAE-4122-BA8B-3BE7BFFA0D94}" srcId="{DD293EF3-2567-4D03-9081-B69BAD44BBD0}" destId="{69B40CEF-D64B-4A27-BB75-844017320398}" srcOrd="2" destOrd="0" parTransId="{F43E0748-0C46-4508-AC3E-725E38A62A86}" sibTransId="{06D2B1A6-BA6F-4A79-9A50-F47AF6E1185E}"/>
    <dgm:cxn modelId="{DFEC80EF-D3EB-4EC2-90FB-511C93F43EE8}" srcId="{CA695F99-8D6A-4E13-8FFF-F6E3B69B39F0}" destId="{CDB020F1-2F25-4754-A65F-CFD057B588C9}" srcOrd="1" destOrd="0" parTransId="{38B8F2D8-757B-4373-AD14-E5F6C51A7B5B}" sibTransId="{EFCD84E8-A9A1-4E3B-8EC0-0684E37E6ED8}"/>
    <dgm:cxn modelId="{3D9F96F9-59B1-40D2-95EA-3FE66D119598}" type="presOf" srcId="{CDB020F1-2F25-4754-A65F-CFD057B588C9}" destId="{F6C497CE-4BAC-4B5F-A82E-0E76DEAC3216}" srcOrd="0" destOrd="1" presId="urn:microsoft.com/office/officeart/2018/5/layout/CenteredIconLabelDescriptionList"/>
    <dgm:cxn modelId="{59CD5DFA-C6DD-41EE-A64F-A8E0A467585C}" type="presOf" srcId="{FCCEBAB5-6228-4E1D-AC52-8A5A45DFE683}" destId="{AAA5FDB6-CBFC-4191-A8A7-6D4917B91981}" srcOrd="0" destOrd="0" presId="urn:microsoft.com/office/officeart/2018/5/layout/CenteredIconLabelDescriptionList"/>
    <dgm:cxn modelId="{2A4E4583-79BA-4E7F-9FB4-C8227C77B564}" type="presParOf" srcId="{610EDC85-F2B7-4675-8C38-BD38872C03D8}" destId="{310C115D-539E-4DAD-A468-137BE89A35EC}" srcOrd="0" destOrd="0" presId="urn:microsoft.com/office/officeart/2018/5/layout/CenteredIconLabelDescriptionList"/>
    <dgm:cxn modelId="{D184B94E-A47D-4385-9232-800E3238F4DB}" type="presParOf" srcId="{310C115D-539E-4DAD-A468-137BE89A35EC}" destId="{9FDD21C8-93B8-4CC6-ABFB-0A464E5D3D48}" srcOrd="0" destOrd="0" presId="urn:microsoft.com/office/officeart/2018/5/layout/CenteredIconLabelDescriptionList"/>
    <dgm:cxn modelId="{6D05C9AF-D5F7-4081-8929-7D2458EAE9D3}" type="presParOf" srcId="{310C115D-539E-4DAD-A468-137BE89A35EC}" destId="{A22107EF-7D79-4DFC-A877-54ACA2E95549}" srcOrd="1" destOrd="0" presId="urn:microsoft.com/office/officeart/2018/5/layout/CenteredIconLabelDescriptionList"/>
    <dgm:cxn modelId="{AC765868-9E30-40E2-929C-CF8F1B9E8478}" type="presParOf" srcId="{310C115D-539E-4DAD-A468-137BE89A35EC}" destId="{D46016BE-12FE-4D8D-91CC-A98D494A6D1F}" srcOrd="2" destOrd="0" presId="urn:microsoft.com/office/officeart/2018/5/layout/CenteredIconLabelDescriptionList"/>
    <dgm:cxn modelId="{8C55ED7E-2328-4A32-BD28-76552F72B7EC}" type="presParOf" srcId="{310C115D-539E-4DAD-A468-137BE89A35EC}" destId="{6CFC5F87-3AF6-4772-A959-3A8232A04166}" srcOrd="3" destOrd="0" presId="urn:microsoft.com/office/officeart/2018/5/layout/CenteredIconLabelDescriptionList"/>
    <dgm:cxn modelId="{980D6F20-6D11-4B9E-8A8F-F42FC5D823BF}" type="presParOf" srcId="{310C115D-539E-4DAD-A468-137BE89A35EC}" destId="{F6C497CE-4BAC-4B5F-A82E-0E76DEAC3216}" srcOrd="4" destOrd="0" presId="urn:microsoft.com/office/officeart/2018/5/layout/CenteredIconLabelDescriptionList"/>
    <dgm:cxn modelId="{5BA5122D-9E24-4F73-9F39-5525CABB651D}" type="presParOf" srcId="{610EDC85-F2B7-4675-8C38-BD38872C03D8}" destId="{1B9D2D93-096B-4406-8931-BA2278DC2DCE}" srcOrd="1" destOrd="0" presId="urn:microsoft.com/office/officeart/2018/5/layout/CenteredIconLabelDescriptionList"/>
    <dgm:cxn modelId="{C0EF47CD-8923-465D-9B4B-0A7A905E02A4}" type="presParOf" srcId="{610EDC85-F2B7-4675-8C38-BD38872C03D8}" destId="{18786C40-B094-4CBC-A82E-4A42890F6E69}" srcOrd="2" destOrd="0" presId="urn:microsoft.com/office/officeart/2018/5/layout/CenteredIconLabelDescriptionList"/>
    <dgm:cxn modelId="{B36B7308-DAEB-497A-88E4-242D76BC9054}" type="presParOf" srcId="{18786C40-B094-4CBC-A82E-4A42890F6E69}" destId="{B25826E6-0B3D-4658-BAB3-DE60120AF4A7}" srcOrd="0" destOrd="0" presId="urn:microsoft.com/office/officeart/2018/5/layout/CenteredIconLabelDescriptionList"/>
    <dgm:cxn modelId="{4AD44812-6374-46B9-A814-43CF9D97497C}" type="presParOf" srcId="{18786C40-B094-4CBC-A82E-4A42890F6E69}" destId="{3902CCF0-B18E-4B74-BA89-685B0A3807F1}" srcOrd="1" destOrd="0" presId="urn:microsoft.com/office/officeart/2018/5/layout/CenteredIconLabelDescriptionList"/>
    <dgm:cxn modelId="{40D9802A-6204-45C4-926A-CE5802361139}" type="presParOf" srcId="{18786C40-B094-4CBC-A82E-4A42890F6E69}" destId="{B9C8835D-80F6-4CE0-B3B6-42AA9E695BA2}" srcOrd="2" destOrd="0" presId="urn:microsoft.com/office/officeart/2018/5/layout/CenteredIconLabelDescriptionList"/>
    <dgm:cxn modelId="{602E7108-ED0C-42D5-9490-2A439282F64F}" type="presParOf" srcId="{18786C40-B094-4CBC-A82E-4A42890F6E69}" destId="{F129208F-D60F-443B-A454-3ED0B01AE5AC}" srcOrd="3" destOrd="0" presId="urn:microsoft.com/office/officeart/2018/5/layout/CenteredIconLabelDescriptionList"/>
    <dgm:cxn modelId="{458EA067-FE30-4E92-809F-9B9A672B2666}" type="presParOf" srcId="{18786C40-B094-4CBC-A82E-4A42890F6E69}" destId="{AAA5FDB6-CBFC-4191-A8A7-6D4917B9198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9DF240E-9B05-4F56-AF10-302486D292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C953B1-8CF1-4E5F-8205-7464AF09840C}">
      <dgm:prSet/>
      <dgm:spPr/>
      <dgm:t>
        <a:bodyPr/>
        <a:lstStyle/>
        <a:p>
          <a:r>
            <a:rPr lang="en-GB" b="1"/>
            <a:t>1. Why do programs read and write files?</a:t>
          </a:r>
          <a:endParaRPr lang="en-US"/>
        </a:p>
      </dgm:t>
    </dgm:pt>
    <dgm:pt modelId="{C9B2BF2C-AA3A-4E49-97B8-38BA6839B839}" type="parTrans" cxnId="{A14231C8-B6C8-403C-8729-A6DF155591B1}">
      <dgm:prSet/>
      <dgm:spPr/>
      <dgm:t>
        <a:bodyPr/>
        <a:lstStyle/>
        <a:p>
          <a:endParaRPr lang="en-US"/>
        </a:p>
      </dgm:t>
    </dgm:pt>
    <dgm:pt modelId="{8D9E5B2D-FA02-4BE7-8656-DEEBED6431BA}" type="sibTrans" cxnId="{A14231C8-B6C8-403C-8729-A6DF155591B1}">
      <dgm:prSet/>
      <dgm:spPr/>
      <dgm:t>
        <a:bodyPr/>
        <a:lstStyle/>
        <a:p>
          <a:endParaRPr lang="en-US"/>
        </a:p>
      </dgm:t>
    </dgm:pt>
    <dgm:pt modelId="{33E9DFB9-A58C-4CCD-990E-8C51C952A724}">
      <dgm:prSet/>
      <dgm:spPr/>
      <dgm:t>
        <a:bodyPr/>
        <a:lstStyle/>
        <a:p>
          <a:r>
            <a:rPr lang="en-GB"/>
            <a:t>Write two reasons:</a:t>
          </a:r>
          <a:endParaRPr lang="en-US"/>
        </a:p>
      </dgm:t>
    </dgm:pt>
    <dgm:pt modelId="{CA2742D4-803E-48D9-AF7D-9CEF9ABF62C8}" type="parTrans" cxnId="{4E7E869E-0C8F-42CF-B43F-811D5B24C4C7}">
      <dgm:prSet/>
      <dgm:spPr/>
      <dgm:t>
        <a:bodyPr/>
        <a:lstStyle/>
        <a:p>
          <a:endParaRPr lang="en-US"/>
        </a:p>
      </dgm:t>
    </dgm:pt>
    <dgm:pt modelId="{FE246EC2-D082-42EA-8534-C92E13B39B21}" type="sibTrans" cxnId="{4E7E869E-0C8F-42CF-B43F-811D5B24C4C7}">
      <dgm:prSet/>
      <dgm:spPr/>
      <dgm:t>
        <a:bodyPr/>
        <a:lstStyle/>
        <a:p>
          <a:endParaRPr lang="en-US"/>
        </a:p>
      </dgm:t>
    </dgm:pt>
    <dgm:pt modelId="{BDD751FD-F970-47E2-9574-AC6802CDF9A8}">
      <dgm:prSet/>
      <dgm:spPr/>
      <dgm:t>
        <a:bodyPr/>
        <a:lstStyle/>
        <a:p>
          <a:r>
            <a:rPr lang="en-GB" b="1"/>
            <a:t>2. What does the open() function do?</a:t>
          </a:r>
          <a:endParaRPr lang="en-US"/>
        </a:p>
      </dgm:t>
    </dgm:pt>
    <dgm:pt modelId="{2E629ADE-EBBB-491A-9B98-12D9D2D81A5C}" type="parTrans" cxnId="{1286AD8F-AD8D-450C-AD36-3557D6B96500}">
      <dgm:prSet/>
      <dgm:spPr/>
      <dgm:t>
        <a:bodyPr/>
        <a:lstStyle/>
        <a:p>
          <a:endParaRPr lang="en-US"/>
        </a:p>
      </dgm:t>
    </dgm:pt>
    <dgm:pt modelId="{7D4BEFC0-37B5-479B-97F3-7F41166CCB49}" type="sibTrans" cxnId="{1286AD8F-AD8D-450C-AD36-3557D6B96500}">
      <dgm:prSet/>
      <dgm:spPr/>
      <dgm:t>
        <a:bodyPr/>
        <a:lstStyle/>
        <a:p>
          <a:endParaRPr lang="en-US"/>
        </a:p>
      </dgm:t>
    </dgm:pt>
    <dgm:pt modelId="{6CD2E199-6E19-4EF6-AE90-747D545DE5E3}">
      <dgm:prSet/>
      <dgm:spPr/>
      <dgm:t>
        <a:bodyPr/>
        <a:lstStyle/>
        <a:p>
          <a:r>
            <a:rPr lang="en-GB"/>
            <a:t>Explain in your own words:</a:t>
          </a:r>
          <a:endParaRPr lang="en-US"/>
        </a:p>
      </dgm:t>
    </dgm:pt>
    <dgm:pt modelId="{04D36146-5B25-4C8D-B6A8-508F617A7E51}" type="parTrans" cxnId="{DC065D37-58BC-438F-A953-904A142898AA}">
      <dgm:prSet/>
      <dgm:spPr/>
      <dgm:t>
        <a:bodyPr/>
        <a:lstStyle/>
        <a:p>
          <a:endParaRPr lang="en-US"/>
        </a:p>
      </dgm:t>
    </dgm:pt>
    <dgm:pt modelId="{C4B5EC8D-229C-48A6-A131-0D5E144CB478}" type="sibTrans" cxnId="{DC065D37-58BC-438F-A953-904A142898AA}">
      <dgm:prSet/>
      <dgm:spPr/>
      <dgm:t>
        <a:bodyPr/>
        <a:lstStyle/>
        <a:p>
          <a:endParaRPr lang="en-US"/>
        </a:p>
      </dgm:t>
    </dgm:pt>
    <dgm:pt modelId="{D4162928-1A51-4A27-84A0-AD23F0F5F20E}" type="pres">
      <dgm:prSet presAssocID="{19DF240E-9B05-4F56-AF10-302486D29244}" presName="linear" presStyleCnt="0">
        <dgm:presLayoutVars>
          <dgm:animLvl val="lvl"/>
          <dgm:resizeHandles val="exact"/>
        </dgm:presLayoutVars>
      </dgm:prSet>
      <dgm:spPr/>
    </dgm:pt>
    <dgm:pt modelId="{DD67AE0B-9DBC-4246-87B9-39B7F457DC5E}" type="pres">
      <dgm:prSet presAssocID="{36C953B1-8CF1-4E5F-8205-7464AF0984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169F6F-6898-4DC3-9E1C-B226D543F91D}" type="pres">
      <dgm:prSet presAssocID="{8D9E5B2D-FA02-4BE7-8656-DEEBED6431BA}" presName="spacer" presStyleCnt="0"/>
      <dgm:spPr/>
    </dgm:pt>
    <dgm:pt modelId="{899238B5-ACF8-4FCC-8A57-98B597FDCE79}" type="pres">
      <dgm:prSet presAssocID="{33E9DFB9-A58C-4CCD-990E-8C51C952A72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511EB0-B358-485A-8BF7-E36DBA2A9EA8}" type="pres">
      <dgm:prSet presAssocID="{FE246EC2-D082-42EA-8534-C92E13B39B21}" presName="spacer" presStyleCnt="0"/>
      <dgm:spPr/>
    </dgm:pt>
    <dgm:pt modelId="{0E5891E4-A132-4C8D-BB65-42FD880ADE37}" type="pres">
      <dgm:prSet presAssocID="{BDD751FD-F970-47E2-9574-AC6802CDF9A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5FED87B-2A49-4E46-88A9-0442D9903FDB}" type="pres">
      <dgm:prSet presAssocID="{7D4BEFC0-37B5-479B-97F3-7F41166CCB49}" presName="spacer" presStyleCnt="0"/>
      <dgm:spPr/>
    </dgm:pt>
    <dgm:pt modelId="{709F6E09-1130-44E4-AB56-6BE8789BD922}" type="pres">
      <dgm:prSet presAssocID="{6CD2E199-6E19-4EF6-AE90-747D545DE5E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3644921-3D07-4B7E-907E-7769740557D6}" type="presOf" srcId="{6CD2E199-6E19-4EF6-AE90-747D545DE5E3}" destId="{709F6E09-1130-44E4-AB56-6BE8789BD922}" srcOrd="0" destOrd="0" presId="urn:microsoft.com/office/officeart/2005/8/layout/vList2"/>
    <dgm:cxn modelId="{DC065D37-58BC-438F-A953-904A142898AA}" srcId="{19DF240E-9B05-4F56-AF10-302486D29244}" destId="{6CD2E199-6E19-4EF6-AE90-747D545DE5E3}" srcOrd="3" destOrd="0" parTransId="{04D36146-5B25-4C8D-B6A8-508F617A7E51}" sibTransId="{C4B5EC8D-229C-48A6-A131-0D5E144CB478}"/>
    <dgm:cxn modelId="{5EBCC35E-2BEC-41BE-8001-121F41634C0D}" type="presOf" srcId="{19DF240E-9B05-4F56-AF10-302486D29244}" destId="{D4162928-1A51-4A27-84A0-AD23F0F5F20E}" srcOrd="0" destOrd="0" presId="urn:microsoft.com/office/officeart/2005/8/layout/vList2"/>
    <dgm:cxn modelId="{1286AD8F-AD8D-450C-AD36-3557D6B96500}" srcId="{19DF240E-9B05-4F56-AF10-302486D29244}" destId="{BDD751FD-F970-47E2-9574-AC6802CDF9A8}" srcOrd="2" destOrd="0" parTransId="{2E629ADE-EBBB-491A-9B98-12D9D2D81A5C}" sibTransId="{7D4BEFC0-37B5-479B-97F3-7F41166CCB49}"/>
    <dgm:cxn modelId="{4E7E869E-0C8F-42CF-B43F-811D5B24C4C7}" srcId="{19DF240E-9B05-4F56-AF10-302486D29244}" destId="{33E9DFB9-A58C-4CCD-990E-8C51C952A724}" srcOrd="1" destOrd="0" parTransId="{CA2742D4-803E-48D9-AF7D-9CEF9ABF62C8}" sibTransId="{FE246EC2-D082-42EA-8534-C92E13B39B21}"/>
    <dgm:cxn modelId="{A14231C8-B6C8-403C-8729-A6DF155591B1}" srcId="{19DF240E-9B05-4F56-AF10-302486D29244}" destId="{36C953B1-8CF1-4E5F-8205-7464AF09840C}" srcOrd="0" destOrd="0" parTransId="{C9B2BF2C-AA3A-4E49-97B8-38BA6839B839}" sibTransId="{8D9E5B2D-FA02-4BE7-8656-DEEBED6431BA}"/>
    <dgm:cxn modelId="{9DC146CB-B96C-46C6-8404-3AF9C61FBACC}" type="presOf" srcId="{BDD751FD-F970-47E2-9574-AC6802CDF9A8}" destId="{0E5891E4-A132-4C8D-BB65-42FD880ADE37}" srcOrd="0" destOrd="0" presId="urn:microsoft.com/office/officeart/2005/8/layout/vList2"/>
    <dgm:cxn modelId="{5BF458DD-B8DC-4C34-8A59-BC54E6F5FD04}" type="presOf" srcId="{36C953B1-8CF1-4E5F-8205-7464AF09840C}" destId="{DD67AE0B-9DBC-4246-87B9-39B7F457DC5E}" srcOrd="0" destOrd="0" presId="urn:microsoft.com/office/officeart/2005/8/layout/vList2"/>
    <dgm:cxn modelId="{A33578FB-03E9-4381-B8E5-991159B71EAD}" type="presOf" srcId="{33E9DFB9-A58C-4CCD-990E-8C51C952A724}" destId="{899238B5-ACF8-4FCC-8A57-98B597FDCE79}" srcOrd="0" destOrd="0" presId="urn:microsoft.com/office/officeart/2005/8/layout/vList2"/>
    <dgm:cxn modelId="{F0F377A6-5C4F-4F97-AB4F-7640AC1B4F6D}" type="presParOf" srcId="{D4162928-1A51-4A27-84A0-AD23F0F5F20E}" destId="{DD67AE0B-9DBC-4246-87B9-39B7F457DC5E}" srcOrd="0" destOrd="0" presId="urn:microsoft.com/office/officeart/2005/8/layout/vList2"/>
    <dgm:cxn modelId="{62377CB0-7873-42E3-93CE-B052831BAC2B}" type="presParOf" srcId="{D4162928-1A51-4A27-84A0-AD23F0F5F20E}" destId="{54169F6F-6898-4DC3-9E1C-B226D543F91D}" srcOrd="1" destOrd="0" presId="urn:microsoft.com/office/officeart/2005/8/layout/vList2"/>
    <dgm:cxn modelId="{1B77C892-0FB1-470E-9F8B-38DB497C03CA}" type="presParOf" srcId="{D4162928-1A51-4A27-84A0-AD23F0F5F20E}" destId="{899238B5-ACF8-4FCC-8A57-98B597FDCE79}" srcOrd="2" destOrd="0" presId="urn:microsoft.com/office/officeart/2005/8/layout/vList2"/>
    <dgm:cxn modelId="{0BCFC84C-DA51-4B29-BD0A-8C4DF6F106FC}" type="presParOf" srcId="{D4162928-1A51-4A27-84A0-AD23F0F5F20E}" destId="{27511EB0-B358-485A-8BF7-E36DBA2A9EA8}" srcOrd="3" destOrd="0" presId="urn:microsoft.com/office/officeart/2005/8/layout/vList2"/>
    <dgm:cxn modelId="{1FEBD49B-461C-48D3-A2CD-AF09CBACBCD8}" type="presParOf" srcId="{D4162928-1A51-4A27-84A0-AD23F0F5F20E}" destId="{0E5891E4-A132-4C8D-BB65-42FD880ADE37}" srcOrd="4" destOrd="0" presId="urn:microsoft.com/office/officeart/2005/8/layout/vList2"/>
    <dgm:cxn modelId="{AC1F98F5-34CB-4F1E-8336-D681F8AE96E1}" type="presParOf" srcId="{D4162928-1A51-4A27-84A0-AD23F0F5F20E}" destId="{C5FED87B-2A49-4E46-88A9-0442D9903FDB}" srcOrd="5" destOrd="0" presId="urn:microsoft.com/office/officeart/2005/8/layout/vList2"/>
    <dgm:cxn modelId="{99511C2C-FB39-46C6-BEB4-EBDE58EAA695}" type="presParOf" srcId="{D4162928-1A51-4A27-84A0-AD23F0F5F20E}" destId="{709F6E09-1130-44E4-AB56-6BE8789BD9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DCA7668-2F37-41F8-84B4-67A8B39EF0BD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BBEFC464-7E0B-4963-B373-C2F70B9797ED}">
      <dgm:prSet/>
      <dgm:spPr/>
      <dgm:t>
        <a:bodyPr/>
        <a:lstStyle/>
        <a:p>
          <a:r>
            <a:rPr lang="en-GB" b="1"/>
            <a:t>6. Write code that creates a file called "hello.txt" and writes "Hello, world!" into it.</a:t>
          </a:r>
          <a:endParaRPr lang="en-US"/>
        </a:p>
      </dgm:t>
    </dgm:pt>
    <dgm:pt modelId="{B12B80AF-B4FD-47A6-BBA3-A76268DB3741}" type="parTrans" cxnId="{FF01BC7F-A37B-4F1B-8B6C-E1A2FD2EDAA0}">
      <dgm:prSet/>
      <dgm:spPr/>
      <dgm:t>
        <a:bodyPr/>
        <a:lstStyle/>
        <a:p>
          <a:endParaRPr lang="en-US"/>
        </a:p>
      </dgm:t>
    </dgm:pt>
    <dgm:pt modelId="{F1575520-9140-4D3B-A82C-5B6A32875C24}" type="sibTrans" cxnId="{FF01BC7F-A37B-4F1B-8B6C-E1A2FD2EDAA0}">
      <dgm:prSet/>
      <dgm:spPr/>
      <dgm:t>
        <a:bodyPr/>
        <a:lstStyle/>
        <a:p>
          <a:endParaRPr lang="en-US"/>
        </a:p>
      </dgm:t>
    </dgm:pt>
    <dgm:pt modelId="{973E1408-DE5A-44B1-BE5E-977A4BE67EF6}">
      <dgm:prSet/>
      <dgm:spPr/>
      <dgm:t>
        <a:bodyPr/>
        <a:lstStyle/>
        <a:p>
          <a:r>
            <a:rPr lang="en-GB"/>
            <a:t># write your code here</a:t>
          </a:r>
          <a:endParaRPr lang="en-US"/>
        </a:p>
      </dgm:t>
    </dgm:pt>
    <dgm:pt modelId="{61610F0D-DF6A-42A2-846B-070851B07A35}" type="parTrans" cxnId="{613B2FC6-1073-45D5-977E-3D55498717D9}">
      <dgm:prSet/>
      <dgm:spPr/>
      <dgm:t>
        <a:bodyPr/>
        <a:lstStyle/>
        <a:p>
          <a:endParaRPr lang="en-US"/>
        </a:p>
      </dgm:t>
    </dgm:pt>
    <dgm:pt modelId="{14ED2DEB-D8F5-47BB-BCCF-96956344926F}" type="sibTrans" cxnId="{613B2FC6-1073-45D5-977E-3D55498717D9}">
      <dgm:prSet/>
      <dgm:spPr/>
      <dgm:t>
        <a:bodyPr/>
        <a:lstStyle/>
        <a:p>
          <a:endParaRPr lang="en-US"/>
        </a:p>
      </dgm:t>
    </dgm:pt>
    <dgm:pt modelId="{82C789FF-39F7-4AEA-BF7D-F1110236A0F2}">
      <dgm:prSet/>
      <dgm:spPr/>
      <dgm:t>
        <a:bodyPr/>
        <a:lstStyle/>
        <a:p>
          <a:r>
            <a:rPr lang="en-US" b="1"/>
            <a:t>7. Append the text "New entry" to "log.txt".</a:t>
          </a:r>
          <a:endParaRPr lang="en-US"/>
        </a:p>
      </dgm:t>
    </dgm:pt>
    <dgm:pt modelId="{7982EF93-1F5C-40D4-8993-66ED4BCBF429}" type="parTrans" cxnId="{A82F668F-3CF0-4A26-9BEC-0A305841FEAF}">
      <dgm:prSet/>
      <dgm:spPr/>
      <dgm:t>
        <a:bodyPr/>
        <a:lstStyle/>
        <a:p>
          <a:endParaRPr lang="en-US"/>
        </a:p>
      </dgm:t>
    </dgm:pt>
    <dgm:pt modelId="{04ECDC20-D58A-462D-95AD-EABE1B644BBE}" type="sibTrans" cxnId="{A82F668F-3CF0-4A26-9BEC-0A305841FEAF}">
      <dgm:prSet/>
      <dgm:spPr/>
      <dgm:t>
        <a:bodyPr/>
        <a:lstStyle/>
        <a:p>
          <a:endParaRPr lang="en-US"/>
        </a:p>
      </dgm:t>
    </dgm:pt>
    <dgm:pt modelId="{54ACEF52-E963-49F6-A977-46048B8455B4}">
      <dgm:prSet/>
      <dgm:spPr/>
      <dgm:t>
        <a:bodyPr/>
        <a:lstStyle/>
        <a:p>
          <a:r>
            <a:rPr lang="en-US" dirty="0"/>
            <a:t>Python code: </a:t>
          </a:r>
        </a:p>
        <a:p>
          <a:r>
            <a:rPr lang="en-US" dirty="0"/>
            <a:t>#write your code here</a:t>
          </a:r>
        </a:p>
      </dgm:t>
    </dgm:pt>
    <dgm:pt modelId="{06E92B00-8E0B-46E0-8AFA-E8FF3A549609}" type="parTrans" cxnId="{F9B7FF0E-6C1F-4523-A8B2-AE5874B4343D}">
      <dgm:prSet/>
      <dgm:spPr/>
      <dgm:t>
        <a:bodyPr/>
        <a:lstStyle/>
        <a:p>
          <a:endParaRPr lang="en-US"/>
        </a:p>
      </dgm:t>
    </dgm:pt>
    <dgm:pt modelId="{B1D321BC-9FAF-48A1-A01B-3BA076F67F3D}" type="sibTrans" cxnId="{F9B7FF0E-6C1F-4523-A8B2-AE5874B4343D}">
      <dgm:prSet/>
      <dgm:spPr/>
      <dgm:t>
        <a:bodyPr/>
        <a:lstStyle/>
        <a:p>
          <a:endParaRPr lang="en-US"/>
        </a:p>
      </dgm:t>
    </dgm:pt>
    <dgm:pt modelId="{747E71ED-E2B0-49C2-8F82-200D24372520}">
      <dgm:prSet/>
      <dgm:spPr/>
      <dgm:t>
        <a:bodyPr/>
        <a:lstStyle/>
        <a:p>
          <a:endParaRPr lang="en-US" dirty="0"/>
        </a:p>
      </dgm:t>
    </dgm:pt>
    <dgm:pt modelId="{E8676B22-D016-45EB-A0BD-0721F0455189}" type="parTrans" cxnId="{AE7D4386-D1C0-4C6B-8F31-8D47C5D96373}">
      <dgm:prSet/>
      <dgm:spPr/>
      <dgm:t>
        <a:bodyPr/>
        <a:lstStyle/>
        <a:p>
          <a:endParaRPr lang="en-US"/>
        </a:p>
      </dgm:t>
    </dgm:pt>
    <dgm:pt modelId="{F8722FA3-D0BA-43D2-94BF-4269CE893830}" type="sibTrans" cxnId="{AE7D4386-D1C0-4C6B-8F31-8D47C5D96373}">
      <dgm:prSet/>
      <dgm:spPr/>
      <dgm:t>
        <a:bodyPr/>
        <a:lstStyle/>
        <a:p>
          <a:endParaRPr lang="en-US"/>
        </a:p>
      </dgm:t>
    </dgm:pt>
    <dgm:pt modelId="{C6ACF3E7-AEA7-4CCF-8973-F8EF1EBA1290}" type="pres">
      <dgm:prSet presAssocID="{4DCA7668-2F37-41F8-84B4-67A8B39EF0BD}" presName="vert0" presStyleCnt="0">
        <dgm:presLayoutVars>
          <dgm:dir/>
          <dgm:animOne val="branch"/>
          <dgm:animLvl val="lvl"/>
        </dgm:presLayoutVars>
      </dgm:prSet>
      <dgm:spPr/>
    </dgm:pt>
    <dgm:pt modelId="{A407500C-026A-4DEF-8F90-6BA97EEA5FB8}" type="pres">
      <dgm:prSet presAssocID="{BBEFC464-7E0B-4963-B373-C2F70B9797ED}" presName="thickLine" presStyleLbl="alignNode1" presStyleIdx="0" presStyleCnt="5"/>
      <dgm:spPr/>
    </dgm:pt>
    <dgm:pt modelId="{D8C05D32-CF3B-44C0-A1A3-778F75E841A3}" type="pres">
      <dgm:prSet presAssocID="{BBEFC464-7E0B-4963-B373-C2F70B9797ED}" presName="horz1" presStyleCnt="0"/>
      <dgm:spPr/>
    </dgm:pt>
    <dgm:pt modelId="{2C80DC7F-9A4E-42C0-A0C6-E712FD5BB347}" type="pres">
      <dgm:prSet presAssocID="{BBEFC464-7E0B-4963-B373-C2F70B9797ED}" presName="tx1" presStyleLbl="revTx" presStyleIdx="0" presStyleCnt="5"/>
      <dgm:spPr/>
    </dgm:pt>
    <dgm:pt modelId="{5F1EEA2F-4157-40A3-9867-CFE9011BD0D9}" type="pres">
      <dgm:prSet presAssocID="{BBEFC464-7E0B-4963-B373-C2F70B9797ED}" presName="vert1" presStyleCnt="0"/>
      <dgm:spPr/>
    </dgm:pt>
    <dgm:pt modelId="{E94F6383-0BAA-49C9-8D5A-4F56BD37470E}" type="pres">
      <dgm:prSet presAssocID="{973E1408-DE5A-44B1-BE5E-977A4BE67EF6}" presName="thickLine" presStyleLbl="alignNode1" presStyleIdx="1" presStyleCnt="5"/>
      <dgm:spPr/>
    </dgm:pt>
    <dgm:pt modelId="{F6C0E54A-0C13-4A8D-A613-954C5F1680B8}" type="pres">
      <dgm:prSet presAssocID="{973E1408-DE5A-44B1-BE5E-977A4BE67EF6}" presName="horz1" presStyleCnt="0"/>
      <dgm:spPr/>
    </dgm:pt>
    <dgm:pt modelId="{FFC89E10-2BA5-4224-9F97-9E12692E20ED}" type="pres">
      <dgm:prSet presAssocID="{973E1408-DE5A-44B1-BE5E-977A4BE67EF6}" presName="tx1" presStyleLbl="revTx" presStyleIdx="1" presStyleCnt="5"/>
      <dgm:spPr/>
    </dgm:pt>
    <dgm:pt modelId="{EA715A15-9F76-4358-BF74-2FECD5C426D3}" type="pres">
      <dgm:prSet presAssocID="{973E1408-DE5A-44B1-BE5E-977A4BE67EF6}" presName="vert1" presStyleCnt="0"/>
      <dgm:spPr/>
    </dgm:pt>
    <dgm:pt modelId="{69FE3FE5-880F-4B0A-AB99-B11A0F6A3130}" type="pres">
      <dgm:prSet presAssocID="{82C789FF-39F7-4AEA-BF7D-F1110236A0F2}" presName="thickLine" presStyleLbl="alignNode1" presStyleIdx="2" presStyleCnt="5"/>
      <dgm:spPr/>
    </dgm:pt>
    <dgm:pt modelId="{BCC20321-99C7-423B-A831-EB98A4CA71A9}" type="pres">
      <dgm:prSet presAssocID="{82C789FF-39F7-4AEA-BF7D-F1110236A0F2}" presName="horz1" presStyleCnt="0"/>
      <dgm:spPr/>
    </dgm:pt>
    <dgm:pt modelId="{12C1413C-125C-4460-82E8-65A6D5DD0115}" type="pres">
      <dgm:prSet presAssocID="{82C789FF-39F7-4AEA-BF7D-F1110236A0F2}" presName="tx1" presStyleLbl="revTx" presStyleIdx="2" presStyleCnt="5"/>
      <dgm:spPr/>
    </dgm:pt>
    <dgm:pt modelId="{C4E4BCC0-BC64-47E8-92D8-B86552C11BFA}" type="pres">
      <dgm:prSet presAssocID="{82C789FF-39F7-4AEA-BF7D-F1110236A0F2}" presName="vert1" presStyleCnt="0"/>
      <dgm:spPr/>
    </dgm:pt>
    <dgm:pt modelId="{BF25C755-B449-45B4-A7F1-186405A16FAA}" type="pres">
      <dgm:prSet presAssocID="{54ACEF52-E963-49F6-A977-46048B8455B4}" presName="thickLine" presStyleLbl="alignNode1" presStyleIdx="3" presStyleCnt="5"/>
      <dgm:spPr/>
    </dgm:pt>
    <dgm:pt modelId="{550B21D5-83A1-4266-AA13-89F3C9E31EDF}" type="pres">
      <dgm:prSet presAssocID="{54ACEF52-E963-49F6-A977-46048B8455B4}" presName="horz1" presStyleCnt="0"/>
      <dgm:spPr/>
    </dgm:pt>
    <dgm:pt modelId="{7FEE58DD-A49D-4111-83C2-F0820FD72A7E}" type="pres">
      <dgm:prSet presAssocID="{54ACEF52-E963-49F6-A977-46048B8455B4}" presName="tx1" presStyleLbl="revTx" presStyleIdx="3" presStyleCnt="5"/>
      <dgm:spPr/>
    </dgm:pt>
    <dgm:pt modelId="{478F93E5-AA04-405E-ACA6-49EAB25186FC}" type="pres">
      <dgm:prSet presAssocID="{54ACEF52-E963-49F6-A977-46048B8455B4}" presName="vert1" presStyleCnt="0"/>
      <dgm:spPr/>
    </dgm:pt>
    <dgm:pt modelId="{D88C307B-4E7F-4525-B904-7D8D6938A35F}" type="pres">
      <dgm:prSet presAssocID="{747E71ED-E2B0-49C2-8F82-200D24372520}" presName="thickLine" presStyleLbl="alignNode1" presStyleIdx="4" presStyleCnt="5"/>
      <dgm:spPr/>
    </dgm:pt>
    <dgm:pt modelId="{4589F663-BD2F-45BF-B140-B1A4F479B8A1}" type="pres">
      <dgm:prSet presAssocID="{747E71ED-E2B0-49C2-8F82-200D24372520}" presName="horz1" presStyleCnt="0"/>
      <dgm:spPr/>
    </dgm:pt>
    <dgm:pt modelId="{9D85D12E-F6F2-4811-B85E-FCB6D94C3AA9}" type="pres">
      <dgm:prSet presAssocID="{747E71ED-E2B0-49C2-8F82-200D24372520}" presName="tx1" presStyleLbl="revTx" presStyleIdx="4" presStyleCnt="5"/>
      <dgm:spPr/>
    </dgm:pt>
    <dgm:pt modelId="{A2C7DDA0-5A8E-4941-82E0-C16762F7FA2C}" type="pres">
      <dgm:prSet presAssocID="{747E71ED-E2B0-49C2-8F82-200D24372520}" presName="vert1" presStyleCnt="0"/>
      <dgm:spPr/>
    </dgm:pt>
  </dgm:ptLst>
  <dgm:cxnLst>
    <dgm:cxn modelId="{F9B7FF0E-6C1F-4523-A8B2-AE5874B4343D}" srcId="{4DCA7668-2F37-41F8-84B4-67A8B39EF0BD}" destId="{54ACEF52-E963-49F6-A977-46048B8455B4}" srcOrd="3" destOrd="0" parTransId="{06E92B00-8E0B-46E0-8AFA-E8FF3A549609}" sibTransId="{B1D321BC-9FAF-48A1-A01B-3BA076F67F3D}"/>
    <dgm:cxn modelId="{F5A4B53C-17A4-4D16-A1A4-E5354CDC8BC2}" type="presOf" srcId="{BBEFC464-7E0B-4963-B373-C2F70B9797ED}" destId="{2C80DC7F-9A4E-42C0-A0C6-E712FD5BB347}" srcOrd="0" destOrd="0" presId="urn:microsoft.com/office/officeart/2008/layout/LinedList"/>
    <dgm:cxn modelId="{D2329343-4045-4E01-9E7B-9063C6E5CC08}" type="presOf" srcId="{82C789FF-39F7-4AEA-BF7D-F1110236A0F2}" destId="{12C1413C-125C-4460-82E8-65A6D5DD0115}" srcOrd="0" destOrd="0" presId="urn:microsoft.com/office/officeart/2008/layout/LinedList"/>
    <dgm:cxn modelId="{FF01BC7F-A37B-4F1B-8B6C-E1A2FD2EDAA0}" srcId="{4DCA7668-2F37-41F8-84B4-67A8B39EF0BD}" destId="{BBEFC464-7E0B-4963-B373-C2F70B9797ED}" srcOrd="0" destOrd="0" parTransId="{B12B80AF-B4FD-47A6-BBA3-A76268DB3741}" sibTransId="{F1575520-9140-4D3B-A82C-5B6A32875C24}"/>
    <dgm:cxn modelId="{AE7D4386-D1C0-4C6B-8F31-8D47C5D96373}" srcId="{4DCA7668-2F37-41F8-84B4-67A8B39EF0BD}" destId="{747E71ED-E2B0-49C2-8F82-200D24372520}" srcOrd="4" destOrd="0" parTransId="{E8676B22-D016-45EB-A0BD-0721F0455189}" sibTransId="{F8722FA3-D0BA-43D2-94BF-4269CE893830}"/>
    <dgm:cxn modelId="{A82F668F-3CF0-4A26-9BEC-0A305841FEAF}" srcId="{4DCA7668-2F37-41F8-84B4-67A8B39EF0BD}" destId="{82C789FF-39F7-4AEA-BF7D-F1110236A0F2}" srcOrd="2" destOrd="0" parTransId="{7982EF93-1F5C-40D4-8993-66ED4BCBF429}" sibTransId="{04ECDC20-D58A-462D-95AD-EABE1B644BBE}"/>
    <dgm:cxn modelId="{1D88F08F-5119-4089-A6A2-1691B5D52A7A}" type="presOf" srcId="{747E71ED-E2B0-49C2-8F82-200D24372520}" destId="{9D85D12E-F6F2-4811-B85E-FCB6D94C3AA9}" srcOrd="0" destOrd="0" presId="urn:microsoft.com/office/officeart/2008/layout/LinedList"/>
    <dgm:cxn modelId="{0D2410B4-6B86-4764-B6C2-AD7E2632E493}" type="presOf" srcId="{4DCA7668-2F37-41F8-84B4-67A8B39EF0BD}" destId="{C6ACF3E7-AEA7-4CCF-8973-F8EF1EBA1290}" srcOrd="0" destOrd="0" presId="urn:microsoft.com/office/officeart/2008/layout/LinedList"/>
    <dgm:cxn modelId="{613B2FC6-1073-45D5-977E-3D55498717D9}" srcId="{4DCA7668-2F37-41F8-84B4-67A8B39EF0BD}" destId="{973E1408-DE5A-44B1-BE5E-977A4BE67EF6}" srcOrd="1" destOrd="0" parTransId="{61610F0D-DF6A-42A2-846B-070851B07A35}" sibTransId="{14ED2DEB-D8F5-47BB-BCCF-96956344926F}"/>
    <dgm:cxn modelId="{A6A5C8F3-397E-4EAD-BC88-4096E2666DAF}" type="presOf" srcId="{54ACEF52-E963-49F6-A977-46048B8455B4}" destId="{7FEE58DD-A49D-4111-83C2-F0820FD72A7E}" srcOrd="0" destOrd="0" presId="urn:microsoft.com/office/officeart/2008/layout/LinedList"/>
    <dgm:cxn modelId="{945D78FA-92AF-4418-A776-34C5E72E587F}" type="presOf" srcId="{973E1408-DE5A-44B1-BE5E-977A4BE67EF6}" destId="{FFC89E10-2BA5-4224-9F97-9E12692E20ED}" srcOrd="0" destOrd="0" presId="urn:microsoft.com/office/officeart/2008/layout/LinedList"/>
    <dgm:cxn modelId="{CB141F7D-3FEA-408C-83B2-1D261F50E08A}" type="presParOf" srcId="{C6ACF3E7-AEA7-4CCF-8973-F8EF1EBA1290}" destId="{A407500C-026A-4DEF-8F90-6BA97EEA5FB8}" srcOrd="0" destOrd="0" presId="urn:microsoft.com/office/officeart/2008/layout/LinedList"/>
    <dgm:cxn modelId="{E6BD0DBE-31A5-455A-87D0-F69F2121C0AA}" type="presParOf" srcId="{C6ACF3E7-AEA7-4CCF-8973-F8EF1EBA1290}" destId="{D8C05D32-CF3B-44C0-A1A3-778F75E841A3}" srcOrd="1" destOrd="0" presId="urn:microsoft.com/office/officeart/2008/layout/LinedList"/>
    <dgm:cxn modelId="{9F013CBF-F4F9-4B17-B775-AD9DF5E5CA8E}" type="presParOf" srcId="{D8C05D32-CF3B-44C0-A1A3-778F75E841A3}" destId="{2C80DC7F-9A4E-42C0-A0C6-E712FD5BB347}" srcOrd="0" destOrd="0" presId="urn:microsoft.com/office/officeart/2008/layout/LinedList"/>
    <dgm:cxn modelId="{2AE11556-1DF9-4456-9743-BC5A0AD1DFB1}" type="presParOf" srcId="{D8C05D32-CF3B-44C0-A1A3-778F75E841A3}" destId="{5F1EEA2F-4157-40A3-9867-CFE9011BD0D9}" srcOrd="1" destOrd="0" presId="urn:microsoft.com/office/officeart/2008/layout/LinedList"/>
    <dgm:cxn modelId="{A01F6C5F-546A-486A-86D0-8AAA1FAE0967}" type="presParOf" srcId="{C6ACF3E7-AEA7-4CCF-8973-F8EF1EBA1290}" destId="{E94F6383-0BAA-49C9-8D5A-4F56BD37470E}" srcOrd="2" destOrd="0" presId="urn:microsoft.com/office/officeart/2008/layout/LinedList"/>
    <dgm:cxn modelId="{4388A22B-63D9-419F-B43D-55D1D828BE0F}" type="presParOf" srcId="{C6ACF3E7-AEA7-4CCF-8973-F8EF1EBA1290}" destId="{F6C0E54A-0C13-4A8D-A613-954C5F1680B8}" srcOrd="3" destOrd="0" presId="urn:microsoft.com/office/officeart/2008/layout/LinedList"/>
    <dgm:cxn modelId="{6527E36C-E226-40B8-8C5C-6F6F4CE93B50}" type="presParOf" srcId="{F6C0E54A-0C13-4A8D-A613-954C5F1680B8}" destId="{FFC89E10-2BA5-4224-9F97-9E12692E20ED}" srcOrd="0" destOrd="0" presId="urn:microsoft.com/office/officeart/2008/layout/LinedList"/>
    <dgm:cxn modelId="{DBCA4F77-5524-4AC9-9396-9C7606A4B648}" type="presParOf" srcId="{F6C0E54A-0C13-4A8D-A613-954C5F1680B8}" destId="{EA715A15-9F76-4358-BF74-2FECD5C426D3}" srcOrd="1" destOrd="0" presId="urn:microsoft.com/office/officeart/2008/layout/LinedList"/>
    <dgm:cxn modelId="{0CED19FB-0689-42A4-A0F9-59DF40A59127}" type="presParOf" srcId="{C6ACF3E7-AEA7-4CCF-8973-F8EF1EBA1290}" destId="{69FE3FE5-880F-4B0A-AB99-B11A0F6A3130}" srcOrd="4" destOrd="0" presId="urn:microsoft.com/office/officeart/2008/layout/LinedList"/>
    <dgm:cxn modelId="{083027B2-CE43-4B0F-A47F-6B042A4E66FF}" type="presParOf" srcId="{C6ACF3E7-AEA7-4CCF-8973-F8EF1EBA1290}" destId="{BCC20321-99C7-423B-A831-EB98A4CA71A9}" srcOrd="5" destOrd="0" presId="urn:microsoft.com/office/officeart/2008/layout/LinedList"/>
    <dgm:cxn modelId="{46B05828-B0BD-4189-95C4-9E179376804C}" type="presParOf" srcId="{BCC20321-99C7-423B-A831-EB98A4CA71A9}" destId="{12C1413C-125C-4460-82E8-65A6D5DD0115}" srcOrd="0" destOrd="0" presId="urn:microsoft.com/office/officeart/2008/layout/LinedList"/>
    <dgm:cxn modelId="{E0145C5A-F9DD-4718-9F32-188B34D58082}" type="presParOf" srcId="{BCC20321-99C7-423B-A831-EB98A4CA71A9}" destId="{C4E4BCC0-BC64-47E8-92D8-B86552C11BFA}" srcOrd="1" destOrd="0" presId="urn:microsoft.com/office/officeart/2008/layout/LinedList"/>
    <dgm:cxn modelId="{5AC81E06-ADF6-46A8-9F9F-5C0C18070B72}" type="presParOf" srcId="{C6ACF3E7-AEA7-4CCF-8973-F8EF1EBA1290}" destId="{BF25C755-B449-45B4-A7F1-186405A16FAA}" srcOrd="6" destOrd="0" presId="urn:microsoft.com/office/officeart/2008/layout/LinedList"/>
    <dgm:cxn modelId="{F7412FB0-7A4C-437A-837C-D7B7210752CF}" type="presParOf" srcId="{C6ACF3E7-AEA7-4CCF-8973-F8EF1EBA1290}" destId="{550B21D5-83A1-4266-AA13-89F3C9E31EDF}" srcOrd="7" destOrd="0" presId="urn:microsoft.com/office/officeart/2008/layout/LinedList"/>
    <dgm:cxn modelId="{2F35CD02-5D8B-410C-9E5D-CF920D7E3AB8}" type="presParOf" srcId="{550B21D5-83A1-4266-AA13-89F3C9E31EDF}" destId="{7FEE58DD-A49D-4111-83C2-F0820FD72A7E}" srcOrd="0" destOrd="0" presId="urn:microsoft.com/office/officeart/2008/layout/LinedList"/>
    <dgm:cxn modelId="{91274B37-F60A-49C6-8B09-AB76A6FA96CB}" type="presParOf" srcId="{550B21D5-83A1-4266-AA13-89F3C9E31EDF}" destId="{478F93E5-AA04-405E-ACA6-49EAB25186FC}" srcOrd="1" destOrd="0" presId="urn:microsoft.com/office/officeart/2008/layout/LinedList"/>
    <dgm:cxn modelId="{7A39BFF9-1BB2-4523-8306-A4F44FB586A9}" type="presParOf" srcId="{C6ACF3E7-AEA7-4CCF-8973-F8EF1EBA1290}" destId="{D88C307B-4E7F-4525-B904-7D8D6938A35F}" srcOrd="8" destOrd="0" presId="urn:microsoft.com/office/officeart/2008/layout/LinedList"/>
    <dgm:cxn modelId="{8B6B1E77-926B-40BE-9066-7AC7458A2713}" type="presParOf" srcId="{C6ACF3E7-AEA7-4CCF-8973-F8EF1EBA1290}" destId="{4589F663-BD2F-45BF-B140-B1A4F479B8A1}" srcOrd="9" destOrd="0" presId="urn:microsoft.com/office/officeart/2008/layout/LinedList"/>
    <dgm:cxn modelId="{ADA23767-E4EB-4EB5-B623-3F93E7E8F41B}" type="presParOf" srcId="{4589F663-BD2F-45BF-B140-B1A4F479B8A1}" destId="{9D85D12E-F6F2-4811-B85E-FCB6D94C3AA9}" srcOrd="0" destOrd="0" presId="urn:microsoft.com/office/officeart/2008/layout/LinedList"/>
    <dgm:cxn modelId="{DA48F376-0542-49FD-8757-B97980A77B14}" type="presParOf" srcId="{4589F663-BD2F-45BF-B140-B1A4F479B8A1}" destId="{A2C7DDA0-5A8E-4941-82E0-C16762F7FA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525E6FB-3C08-441D-A3FC-F7EEA88F981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C5A32A4-9BF6-407A-AB8E-57F5018C342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10. Shopping List Reader:</a:t>
          </a:r>
          <a:endParaRPr lang="en-US"/>
        </a:p>
      </dgm:t>
    </dgm:pt>
    <dgm:pt modelId="{C38C0E78-F5B0-42E0-A5FB-C361FFE95228}" type="parTrans" cxnId="{8BDF73BA-00D6-4A93-9ADC-5CE0898F7632}">
      <dgm:prSet/>
      <dgm:spPr/>
      <dgm:t>
        <a:bodyPr/>
        <a:lstStyle/>
        <a:p>
          <a:endParaRPr lang="en-US"/>
        </a:p>
      </dgm:t>
    </dgm:pt>
    <dgm:pt modelId="{ED6523B2-9FF1-4704-8BE8-6AA6CAA90FB8}" type="sibTrans" cxnId="{8BDF73BA-00D6-4A93-9ADC-5CE0898F7632}">
      <dgm:prSet/>
      <dgm:spPr/>
      <dgm:t>
        <a:bodyPr/>
        <a:lstStyle/>
        <a:p>
          <a:endParaRPr lang="en-US"/>
        </a:p>
      </dgm:t>
    </dgm:pt>
    <dgm:pt modelId="{09F7C73C-479E-42B0-B9A9-FBF2A97B120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Write a code to:</a:t>
          </a:r>
          <a:endParaRPr lang="en-US"/>
        </a:p>
      </dgm:t>
    </dgm:pt>
    <dgm:pt modelId="{E18698E2-F14E-4025-9C64-616C3B2FE53A}" type="parTrans" cxnId="{2E247DD3-67F6-4268-B363-BF8627EE00E2}">
      <dgm:prSet/>
      <dgm:spPr/>
      <dgm:t>
        <a:bodyPr/>
        <a:lstStyle/>
        <a:p>
          <a:endParaRPr lang="en-US"/>
        </a:p>
      </dgm:t>
    </dgm:pt>
    <dgm:pt modelId="{062BE7B6-542E-4713-8321-89BB0C5DBD79}" type="sibTrans" cxnId="{2E247DD3-67F6-4268-B363-BF8627EE00E2}">
      <dgm:prSet/>
      <dgm:spPr/>
      <dgm:t>
        <a:bodyPr/>
        <a:lstStyle/>
        <a:p>
          <a:endParaRPr lang="en-US"/>
        </a:p>
      </dgm:t>
    </dgm:pt>
    <dgm:pt modelId="{F398F7F7-4CED-4717-8400-955F56C6ABE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Read "shopping.txt" and print each item on a separate line.</a:t>
          </a:r>
          <a:endParaRPr lang="en-US"/>
        </a:p>
      </dgm:t>
    </dgm:pt>
    <dgm:pt modelId="{3F859BDD-AD7A-4888-92F5-F1C6C6AF20CE}" type="parTrans" cxnId="{E22F69F8-2646-41DF-971E-8FAF73FF9A4C}">
      <dgm:prSet/>
      <dgm:spPr/>
      <dgm:t>
        <a:bodyPr/>
        <a:lstStyle/>
        <a:p>
          <a:endParaRPr lang="en-US"/>
        </a:p>
      </dgm:t>
    </dgm:pt>
    <dgm:pt modelId="{8169F6D6-709E-4033-ADD9-310AB3176EBA}" type="sibTrans" cxnId="{E22F69F8-2646-41DF-971E-8FAF73FF9A4C}">
      <dgm:prSet/>
      <dgm:spPr/>
      <dgm:t>
        <a:bodyPr/>
        <a:lstStyle/>
        <a:p>
          <a:endParaRPr lang="en-US"/>
        </a:p>
      </dgm:t>
    </dgm:pt>
    <dgm:pt modelId="{6AE1F690-ECB4-4F7D-A16E-E6D5B523C78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2. Line Counter: </a:t>
          </a:r>
          <a:endParaRPr lang="en-US"/>
        </a:p>
      </dgm:t>
    </dgm:pt>
    <dgm:pt modelId="{F3C16C49-2F0B-4FF5-AA71-8A8C7FA37A5E}" type="parTrans" cxnId="{9055AF2D-8AE3-40A5-8786-359F18CEDDF2}">
      <dgm:prSet/>
      <dgm:spPr/>
      <dgm:t>
        <a:bodyPr/>
        <a:lstStyle/>
        <a:p>
          <a:endParaRPr lang="en-US"/>
        </a:p>
      </dgm:t>
    </dgm:pt>
    <dgm:pt modelId="{D59F14F8-CB57-4294-A256-707EA9329601}" type="sibTrans" cxnId="{9055AF2D-8AE3-40A5-8786-359F18CEDDF2}">
      <dgm:prSet/>
      <dgm:spPr/>
      <dgm:t>
        <a:bodyPr/>
        <a:lstStyle/>
        <a:p>
          <a:endParaRPr lang="en-US"/>
        </a:p>
      </dgm:t>
    </dgm:pt>
    <dgm:pt modelId="{C0AA7F6D-4357-437E-986C-3A15FF41CAC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Write a code to </a:t>
          </a:r>
          <a:r>
            <a:rPr lang="en-GB"/>
            <a:t>count how many lines are in "notes.txt".</a:t>
          </a:r>
          <a:endParaRPr lang="en-US"/>
        </a:p>
      </dgm:t>
    </dgm:pt>
    <dgm:pt modelId="{D01490C2-1722-47FF-8D05-67EB126697C5}" type="parTrans" cxnId="{71C88871-F0C9-4479-98A1-06800165A26D}">
      <dgm:prSet/>
      <dgm:spPr/>
      <dgm:t>
        <a:bodyPr/>
        <a:lstStyle/>
        <a:p>
          <a:endParaRPr lang="en-US"/>
        </a:p>
      </dgm:t>
    </dgm:pt>
    <dgm:pt modelId="{8EEA5175-9101-4D18-8AAB-5AB455871C12}" type="sibTrans" cxnId="{71C88871-F0C9-4479-98A1-06800165A26D}">
      <dgm:prSet/>
      <dgm:spPr/>
      <dgm:t>
        <a:bodyPr/>
        <a:lstStyle/>
        <a:p>
          <a:endParaRPr lang="en-US"/>
        </a:p>
      </dgm:t>
    </dgm:pt>
    <dgm:pt modelId="{5F4CC092-CBA1-43CF-88E4-7525680C9A9C}" type="pres">
      <dgm:prSet presAssocID="{0525E6FB-3C08-441D-A3FC-F7EEA88F9811}" presName="linear" presStyleCnt="0">
        <dgm:presLayoutVars>
          <dgm:animLvl val="lvl"/>
          <dgm:resizeHandles val="exact"/>
        </dgm:presLayoutVars>
      </dgm:prSet>
      <dgm:spPr/>
    </dgm:pt>
    <dgm:pt modelId="{2A8473F7-9939-44CB-87E2-05AB715D15C4}" type="pres">
      <dgm:prSet presAssocID="{DC5A32A4-9BF6-407A-AB8E-57F5018C342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6188D14-55E1-458C-851D-46770932C8D2}" type="pres">
      <dgm:prSet presAssocID="{DC5A32A4-9BF6-407A-AB8E-57F5018C342D}" presName="childText" presStyleLbl="revTx" presStyleIdx="0" presStyleCnt="1">
        <dgm:presLayoutVars>
          <dgm:bulletEnabled val="1"/>
        </dgm:presLayoutVars>
      </dgm:prSet>
      <dgm:spPr/>
    </dgm:pt>
    <dgm:pt modelId="{E14B4C72-FDC7-4F26-B2EA-C7F03B92A695}" type="pres">
      <dgm:prSet presAssocID="{F398F7F7-4CED-4717-8400-955F56C6AB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BC78F0-F3D8-4AF9-81CA-9CEBCACE4AC1}" type="pres">
      <dgm:prSet presAssocID="{8169F6D6-709E-4033-ADD9-310AB3176EBA}" presName="spacer" presStyleCnt="0"/>
      <dgm:spPr/>
    </dgm:pt>
    <dgm:pt modelId="{2C78220B-2CA3-49D8-A328-DA858AA42FD5}" type="pres">
      <dgm:prSet presAssocID="{6AE1F690-ECB4-4F7D-A16E-E6D5B523C7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66DA666-91B6-4542-AC3C-FD2B612655EA}" type="pres">
      <dgm:prSet presAssocID="{D59F14F8-CB57-4294-A256-707EA9329601}" presName="spacer" presStyleCnt="0"/>
      <dgm:spPr/>
    </dgm:pt>
    <dgm:pt modelId="{FF807A6D-D8EF-49EB-B903-323BBDD46095}" type="pres">
      <dgm:prSet presAssocID="{C0AA7F6D-4357-437E-986C-3A15FF41CAC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2A6DE24-EA7B-4B0F-9AC5-EBE3065F4EE3}" type="presOf" srcId="{DC5A32A4-9BF6-407A-AB8E-57F5018C342D}" destId="{2A8473F7-9939-44CB-87E2-05AB715D15C4}" srcOrd="0" destOrd="0" presId="urn:microsoft.com/office/officeart/2005/8/layout/vList2"/>
    <dgm:cxn modelId="{9055AF2D-8AE3-40A5-8786-359F18CEDDF2}" srcId="{0525E6FB-3C08-441D-A3FC-F7EEA88F9811}" destId="{6AE1F690-ECB4-4F7D-A16E-E6D5B523C78B}" srcOrd="2" destOrd="0" parTransId="{F3C16C49-2F0B-4FF5-AA71-8A8C7FA37A5E}" sibTransId="{D59F14F8-CB57-4294-A256-707EA9329601}"/>
    <dgm:cxn modelId="{09ABF039-7E3B-4A10-A413-BA1FFE16B437}" type="presOf" srcId="{09F7C73C-479E-42B0-B9A9-FBF2A97B120C}" destId="{D6188D14-55E1-458C-851D-46770932C8D2}" srcOrd="0" destOrd="0" presId="urn:microsoft.com/office/officeart/2005/8/layout/vList2"/>
    <dgm:cxn modelId="{71C88871-F0C9-4479-98A1-06800165A26D}" srcId="{0525E6FB-3C08-441D-A3FC-F7EEA88F9811}" destId="{C0AA7F6D-4357-437E-986C-3A15FF41CAC7}" srcOrd="3" destOrd="0" parTransId="{D01490C2-1722-47FF-8D05-67EB126697C5}" sibTransId="{8EEA5175-9101-4D18-8AAB-5AB455871C12}"/>
    <dgm:cxn modelId="{05C3EE9E-DB20-4C5C-8253-FA7102360F98}" type="presOf" srcId="{0525E6FB-3C08-441D-A3FC-F7EEA88F9811}" destId="{5F4CC092-CBA1-43CF-88E4-7525680C9A9C}" srcOrd="0" destOrd="0" presId="urn:microsoft.com/office/officeart/2005/8/layout/vList2"/>
    <dgm:cxn modelId="{DF6400B8-A39D-411A-81F9-604A3669055E}" type="presOf" srcId="{C0AA7F6D-4357-437E-986C-3A15FF41CAC7}" destId="{FF807A6D-D8EF-49EB-B903-323BBDD46095}" srcOrd="0" destOrd="0" presId="urn:microsoft.com/office/officeart/2005/8/layout/vList2"/>
    <dgm:cxn modelId="{8BDF73BA-00D6-4A93-9ADC-5CE0898F7632}" srcId="{0525E6FB-3C08-441D-A3FC-F7EEA88F9811}" destId="{DC5A32A4-9BF6-407A-AB8E-57F5018C342D}" srcOrd="0" destOrd="0" parTransId="{C38C0E78-F5B0-42E0-A5FB-C361FFE95228}" sibTransId="{ED6523B2-9FF1-4704-8BE8-6AA6CAA90FB8}"/>
    <dgm:cxn modelId="{2026F7BB-9C8F-4431-AE60-9DCA7A809D8A}" type="presOf" srcId="{F398F7F7-4CED-4717-8400-955F56C6ABE3}" destId="{E14B4C72-FDC7-4F26-B2EA-C7F03B92A695}" srcOrd="0" destOrd="0" presId="urn:microsoft.com/office/officeart/2005/8/layout/vList2"/>
    <dgm:cxn modelId="{2E247DD3-67F6-4268-B363-BF8627EE00E2}" srcId="{DC5A32A4-9BF6-407A-AB8E-57F5018C342D}" destId="{09F7C73C-479E-42B0-B9A9-FBF2A97B120C}" srcOrd="0" destOrd="0" parTransId="{E18698E2-F14E-4025-9C64-616C3B2FE53A}" sibTransId="{062BE7B6-542E-4713-8321-89BB0C5DBD79}"/>
    <dgm:cxn modelId="{4B109CDA-2095-4F0E-BE74-E47986E82688}" type="presOf" srcId="{6AE1F690-ECB4-4F7D-A16E-E6D5B523C78B}" destId="{2C78220B-2CA3-49D8-A328-DA858AA42FD5}" srcOrd="0" destOrd="0" presId="urn:microsoft.com/office/officeart/2005/8/layout/vList2"/>
    <dgm:cxn modelId="{E22F69F8-2646-41DF-971E-8FAF73FF9A4C}" srcId="{0525E6FB-3C08-441D-A3FC-F7EEA88F9811}" destId="{F398F7F7-4CED-4717-8400-955F56C6ABE3}" srcOrd="1" destOrd="0" parTransId="{3F859BDD-AD7A-4888-92F5-F1C6C6AF20CE}" sibTransId="{8169F6D6-709E-4033-ADD9-310AB3176EBA}"/>
    <dgm:cxn modelId="{3E3266A4-8633-4128-B716-FCF8E05BC421}" type="presParOf" srcId="{5F4CC092-CBA1-43CF-88E4-7525680C9A9C}" destId="{2A8473F7-9939-44CB-87E2-05AB715D15C4}" srcOrd="0" destOrd="0" presId="urn:microsoft.com/office/officeart/2005/8/layout/vList2"/>
    <dgm:cxn modelId="{43BA18C7-DF0D-46E1-8A58-8137806082F4}" type="presParOf" srcId="{5F4CC092-CBA1-43CF-88E4-7525680C9A9C}" destId="{D6188D14-55E1-458C-851D-46770932C8D2}" srcOrd="1" destOrd="0" presId="urn:microsoft.com/office/officeart/2005/8/layout/vList2"/>
    <dgm:cxn modelId="{188B8E05-DB71-4585-941D-95A154B70B2A}" type="presParOf" srcId="{5F4CC092-CBA1-43CF-88E4-7525680C9A9C}" destId="{E14B4C72-FDC7-4F26-B2EA-C7F03B92A695}" srcOrd="2" destOrd="0" presId="urn:microsoft.com/office/officeart/2005/8/layout/vList2"/>
    <dgm:cxn modelId="{6F757340-EAC1-4C23-8809-7D130AC69962}" type="presParOf" srcId="{5F4CC092-CBA1-43CF-88E4-7525680C9A9C}" destId="{86BC78F0-F3D8-4AF9-81CA-9CEBCACE4AC1}" srcOrd="3" destOrd="0" presId="urn:microsoft.com/office/officeart/2005/8/layout/vList2"/>
    <dgm:cxn modelId="{F980B5EC-D3CA-4A49-BC3C-59264E778075}" type="presParOf" srcId="{5F4CC092-CBA1-43CF-88E4-7525680C9A9C}" destId="{2C78220B-2CA3-49D8-A328-DA858AA42FD5}" srcOrd="4" destOrd="0" presId="urn:microsoft.com/office/officeart/2005/8/layout/vList2"/>
    <dgm:cxn modelId="{87AA2744-22A8-4573-A7D8-3F6400323E68}" type="presParOf" srcId="{5F4CC092-CBA1-43CF-88E4-7525680C9A9C}" destId="{C66DA666-91B6-4542-AC3C-FD2B612655EA}" srcOrd="5" destOrd="0" presId="urn:microsoft.com/office/officeart/2005/8/layout/vList2"/>
    <dgm:cxn modelId="{85E92C22-4A86-4ADA-A985-BA9FACAB0C86}" type="presParOf" srcId="{5F4CC092-CBA1-43CF-88E4-7525680C9A9C}" destId="{FF807A6D-D8EF-49EB-B903-323BBDD460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30B14-B4AA-4FBB-9696-3C362E8023DD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D0831-9873-4E8B-8961-95811FE409B1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8A1D1-C360-4E2B-8062-46CED1DD8A3D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Python code:</a:t>
          </a:r>
          <a:endParaRPr lang="en-US" sz="2500" kern="1200"/>
        </a:p>
      </dsp:txBody>
      <dsp:txXfrm>
        <a:off x="1819120" y="673"/>
        <a:ext cx="4545103" cy="1574995"/>
      </dsp:txXfrm>
    </dsp:sp>
    <dsp:sp modelId="{D49382E3-0044-4109-9F2E-139B81265577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6BBFDD-E40D-44D3-8238-D62433E02587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9D5DB-38F2-48B5-9B67-EAC6F0902E33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print("Hello, world!") </a:t>
          </a:r>
          <a:endParaRPr lang="en-US" sz="2500" kern="1200"/>
        </a:p>
      </dsp:txBody>
      <dsp:txXfrm>
        <a:off x="1819120" y="1969418"/>
        <a:ext cx="4545103" cy="1574995"/>
      </dsp:txXfrm>
    </dsp:sp>
    <dsp:sp modelId="{F8C13950-8CF8-47DD-B26B-30A80F2E825C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88C34-0759-44E0-90ED-7FEE0757904C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2EC1D-9392-40D4-B56A-7DD6E10E3993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Output: Hello, world!</a:t>
          </a:r>
          <a:endParaRPr lang="en-US" sz="2500" kern="1200"/>
        </a:p>
      </dsp:txBody>
      <dsp:txXfrm>
        <a:off x="1819120" y="3938162"/>
        <a:ext cx="4545103" cy="1574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713E1-DD15-4D5A-9800-41AA850A8175}">
      <dsp:nvSpPr>
        <dsp:cNvPr id="0" name=""/>
        <dsp:cNvSpPr/>
      </dsp:nvSpPr>
      <dsp:spPr>
        <a:xfrm>
          <a:off x="1582" y="82320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B5C35-398D-4A45-ADE1-0C2A24C3B669}">
      <dsp:nvSpPr>
        <dsp:cNvPr id="0" name=""/>
        <dsp:cNvSpPr/>
      </dsp:nvSpPr>
      <dsp:spPr>
        <a:xfrm>
          <a:off x="1582" y="2074084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0" i="0" kern="1200" baseline="0"/>
            <a:t>Single‑line comment in python:</a:t>
          </a:r>
          <a:endParaRPr lang="en-US" sz="1900" kern="1200"/>
        </a:p>
      </dsp:txBody>
      <dsp:txXfrm>
        <a:off x="1582" y="2074084"/>
        <a:ext cx="3261093" cy="489164"/>
      </dsp:txXfrm>
    </dsp:sp>
    <dsp:sp modelId="{0CDEB586-5F71-40B6-84DF-C4E11396B522}">
      <dsp:nvSpPr>
        <dsp:cNvPr id="0" name=""/>
        <dsp:cNvSpPr/>
      </dsp:nvSpPr>
      <dsp:spPr>
        <a:xfrm>
          <a:off x="1582" y="2614176"/>
          <a:ext cx="3261093" cy="7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E6EF7F-37D4-4474-BF0F-3E729A75FCCE}">
      <dsp:nvSpPr>
        <dsp:cNvPr id="0" name=""/>
        <dsp:cNvSpPr/>
      </dsp:nvSpPr>
      <dsp:spPr>
        <a:xfrm>
          <a:off x="3833367" y="82320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BA67F-C3D5-4846-A522-622084A1C783}">
      <dsp:nvSpPr>
        <dsp:cNvPr id="0" name=""/>
        <dsp:cNvSpPr/>
      </dsp:nvSpPr>
      <dsp:spPr>
        <a:xfrm>
          <a:off x="3833367" y="2074084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0" i="0" kern="1200" baseline="0"/>
            <a:t># This is a comment </a:t>
          </a:r>
          <a:endParaRPr lang="en-US" sz="1900" kern="1200"/>
        </a:p>
      </dsp:txBody>
      <dsp:txXfrm>
        <a:off x="3833367" y="2074084"/>
        <a:ext cx="3261093" cy="489164"/>
      </dsp:txXfrm>
    </dsp:sp>
    <dsp:sp modelId="{E2A8AFC1-9E00-487E-AE86-869CF8AF192F}">
      <dsp:nvSpPr>
        <dsp:cNvPr id="0" name=""/>
        <dsp:cNvSpPr/>
      </dsp:nvSpPr>
      <dsp:spPr>
        <a:xfrm>
          <a:off x="3833367" y="2614176"/>
          <a:ext cx="3261093" cy="7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03D77-6327-4535-9729-DFB4A4567384}">
      <dsp:nvSpPr>
        <dsp:cNvPr id="0" name=""/>
        <dsp:cNvSpPr/>
      </dsp:nvSpPr>
      <dsp:spPr>
        <a:xfrm>
          <a:off x="7665152" y="82320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383E5-9294-4406-93BC-07DF6DC1BDD1}">
      <dsp:nvSpPr>
        <dsp:cNvPr id="0" name=""/>
        <dsp:cNvSpPr/>
      </dsp:nvSpPr>
      <dsp:spPr>
        <a:xfrm>
          <a:off x="7665152" y="2074084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0" i="0" kern="1200" baseline="0"/>
            <a:t>Use comments to:</a:t>
          </a:r>
          <a:endParaRPr lang="en-US" sz="1900" kern="1200"/>
        </a:p>
      </dsp:txBody>
      <dsp:txXfrm>
        <a:off x="7665152" y="2074084"/>
        <a:ext cx="3261093" cy="489164"/>
      </dsp:txXfrm>
    </dsp:sp>
    <dsp:sp modelId="{AA15322D-CDDE-478E-83FF-7B9C2F4D1F8C}">
      <dsp:nvSpPr>
        <dsp:cNvPr id="0" name=""/>
        <dsp:cNvSpPr/>
      </dsp:nvSpPr>
      <dsp:spPr>
        <a:xfrm>
          <a:off x="7665152" y="2614176"/>
          <a:ext cx="3261093" cy="7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Explain code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Improve readability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Add reminders</a:t>
          </a:r>
          <a:endParaRPr lang="en-US" sz="1400" kern="1200"/>
        </a:p>
      </dsp:txBody>
      <dsp:txXfrm>
        <a:off x="7665152" y="2614176"/>
        <a:ext cx="3261093" cy="7554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993BC-B7EB-4F10-91C7-AC4EE3C5874C}">
      <dsp:nvSpPr>
        <dsp:cNvPr id="0" name=""/>
        <dsp:cNvSpPr/>
      </dsp:nvSpPr>
      <dsp:spPr>
        <a:xfrm>
          <a:off x="1095474" y="46198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002EB-EDAC-4810-9A75-EF2CA7F7F71A}">
      <dsp:nvSpPr>
        <dsp:cNvPr id="0" name=""/>
        <dsp:cNvSpPr/>
      </dsp:nvSpPr>
      <dsp:spPr>
        <a:xfrm>
          <a:off x="1095474" y="21419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u="sng" kern="1200"/>
            <a:t>Learning Outcomes</a:t>
          </a:r>
          <a:endParaRPr lang="en-US" sz="2000" kern="1200"/>
        </a:p>
      </dsp:txBody>
      <dsp:txXfrm>
        <a:off x="1095474" y="2141917"/>
        <a:ext cx="4320000" cy="648000"/>
      </dsp:txXfrm>
    </dsp:sp>
    <dsp:sp modelId="{2C33F4AE-548F-4D31-9127-4FA7A59551C3}">
      <dsp:nvSpPr>
        <dsp:cNvPr id="0" name=""/>
        <dsp:cNvSpPr/>
      </dsp:nvSpPr>
      <dsp:spPr>
        <a:xfrm>
          <a:off x="1095474" y="2868027"/>
          <a:ext cx="4320000" cy="1499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8D3AA3-0408-428B-8298-F15158C12A7B}">
      <dsp:nvSpPr>
        <dsp:cNvPr id="0" name=""/>
        <dsp:cNvSpPr/>
      </dsp:nvSpPr>
      <dsp:spPr>
        <a:xfrm>
          <a:off x="6171474" y="46198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CAAA1-B23F-41E6-928A-187E26469461}">
      <dsp:nvSpPr>
        <dsp:cNvPr id="0" name=""/>
        <dsp:cNvSpPr/>
      </dsp:nvSpPr>
      <dsp:spPr>
        <a:xfrm>
          <a:off x="6171474" y="214191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b="1" kern="1200"/>
            <a:t>By the end of this Module, you will be able to:</a:t>
          </a:r>
          <a:endParaRPr lang="en-US" sz="2000" kern="1200"/>
        </a:p>
      </dsp:txBody>
      <dsp:txXfrm>
        <a:off x="6171474" y="2141917"/>
        <a:ext cx="4320000" cy="648000"/>
      </dsp:txXfrm>
    </dsp:sp>
    <dsp:sp modelId="{57F612B7-659C-4213-984C-3D28895267A7}">
      <dsp:nvSpPr>
        <dsp:cNvPr id="0" name=""/>
        <dsp:cNvSpPr/>
      </dsp:nvSpPr>
      <dsp:spPr>
        <a:xfrm>
          <a:off x="6171474" y="2868027"/>
          <a:ext cx="4320000" cy="1499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Explain what a variable is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Create variables in Python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Identify Python’s main data types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Convert between data types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Use the input() function</a:t>
          </a:r>
          <a:endParaRPr lang="en-US" sz="1500" kern="1200"/>
        </a:p>
      </dsp:txBody>
      <dsp:txXfrm>
        <a:off x="6171474" y="2868027"/>
        <a:ext cx="4320000" cy="14994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A2C6F-6769-471B-8FEC-63DAEFB5EA1D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/>
            <a:t>Understanding how Python performs do:</a:t>
          </a:r>
          <a:endParaRPr lang="en-US" sz="3200" kern="1200"/>
        </a:p>
      </dsp:txBody>
      <dsp:txXfrm>
        <a:off x="23773" y="23773"/>
        <a:ext cx="7797822" cy="764123"/>
      </dsp:txXfrm>
    </dsp:sp>
    <dsp:sp modelId="{EE8F56BB-BFA4-4A03-B663-ABC41D51C3C4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Calculations</a:t>
          </a:r>
          <a:endParaRPr lang="en-US" sz="3200" kern="1200"/>
        </a:p>
      </dsp:txBody>
      <dsp:txXfrm>
        <a:off x="755937" y="983018"/>
        <a:ext cx="7434967" cy="764123"/>
      </dsp:txXfrm>
    </dsp:sp>
    <dsp:sp modelId="{8172BF43-DF8B-430C-9151-6AF3D9981889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Comparisons</a:t>
          </a:r>
          <a:endParaRPr lang="en-US" sz="3200" kern="1200"/>
        </a:p>
      </dsp:txBody>
      <dsp:txXfrm>
        <a:off x="1477174" y="1942263"/>
        <a:ext cx="7445895" cy="764123"/>
      </dsp:txXfrm>
    </dsp:sp>
    <dsp:sp modelId="{64639DCC-2D30-4FF3-BD45-0A0071423FF5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logic</a:t>
          </a:r>
          <a:endParaRPr lang="en-US" sz="3200" kern="1200"/>
        </a:p>
      </dsp:txBody>
      <dsp:txXfrm>
        <a:off x="2209338" y="2901508"/>
        <a:ext cx="7434967" cy="764123"/>
      </dsp:txXfrm>
    </dsp:sp>
    <dsp:sp modelId="{D7EB7D5C-5CF0-4C75-8C28-E1D9F357C25F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7B11336B-07E7-400E-8AA8-D8488D11C506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0E88C75B-8199-4CC1-BC52-0311B4E75F7A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56183-A96A-40E7-9E0C-CA2C501CBEDD}">
      <dsp:nvSpPr>
        <dsp:cNvPr id="0" name=""/>
        <dsp:cNvSpPr/>
      </dsp:nvSpPr>
      <dsp:spPr>
        <a:xfrm>
          <a:off x="1452" y="1246549"/>
          <a:ext cx="3399412" cy="1699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1" kern="1200"/>
            <a:t>If elif </a:t>
          </a:r>
          <a:endParaRPr lang="en-US" sz="5000" kern="1200"/>
        </a:p>
      </dsp:txBody>
      <dsp:txXfrm>
        <a:off x="51235" y="1296332"/>
        <a:ext cx="3299846" cy="1600140"/>
      </dsp:txXfrm>
    </dsp:sp>
    <dsp:sp modelId="{46315FFB-AE7C-4508-A8E4-22E0920AB9C3}">
      <dsp:nvSpPr>
        <dsp:cNvPr id="0" name=""/>
        <dsp:cNvSpPr/>
      </dsp:nvSpPr>
      <dsp:spPr>
        <a:xfrm>
          <a:off x="4250717" y="1246549"/>
          <a:ext cx="3399412" cy="1699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1" kern="1200"/>
            <a:t>If  else </a:t>
          </a:r>
          <a:endParaRPr lang="en-US" sz="5000" kern="1200"/>
        </a:p>
      </dsp:txBody>
      <dsp:txXfrm>
        <a:off x="4300500" y="1296332"/>
        <a:ext cx="3299846" cy="1600140"/>
      </dsp:txXfrm>
    </dsp:sp>
    <dsp:sp modelId="{34691AA2-8663-4106-8813-0C5CCC72380E}">
      <dsp:nvSpPr>
        <dsp:cNvPr id="0" name=""/>
        <dsp:cNvSpPr/>
      </dsp:nvSpPr>
      <dsp:spPr>
        <a:xfrm>
          <a:off x="8499983" y="1246549"/>
          <a:ext cx="3399412" cy="1699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63500" rIns="95250" bIns="63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1" kern="1200" dirty="0"/>
            <a:t>nested conditions</a:t>
          </a:r>
          <a:endParaRPr lang="en-US" sz="5000" kern="1200" dirty="0"/>
        </a:p>
      </dsp:txBody>
      <dsp:txXfrm>
        <a:off x="8549766" y="1296332"/>
        <a:ext cx="3299846" cy="16001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6AD90E-6971-4134-9D5D-AB31F988A4B5}">
      <dsp:nvSpPr>
        <dsp:cNvPr id="0" name=""/>
        <dsp:cNvSpPr/>
      </dsp:nvSpPr>
      <dsp:spPr>
        <a:xfrm>
          <a:off x="2" y="17709"/>
          <a:ext cx="5607847" cy="180356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816" tIns="174752" rIns="305816" bIns="174752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b="1" kern="1200" dirty="0"/>
            <a:t>Exercise 1:</a:t>
          </a:r>
        </a:p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b="1" kern="1200" dirty="0"/>
            <a:t> Even or Odd</a:t>
          </a:r>
          <a:endParaRPr lang="en-US" sz="4300" kern="1200" dirty="0"/>
        </a:p>
      </dsp:txBody>
      <dsp:txXfrm>
        <a:off x="2" y="17709"/>
        <a:ext cx="5607847" cy="1803565"/>
      </dsp:txXfrm>
    </dsp:sp>
    <dsp:sp modelId="{92B3891D-C9F7-4154-9B3F-5F1C24E1ED9D}">
      <dsp:nvSpPr>
        <dsp:cNvPr id="0" name=""/>
        <dsp:cNvSpPr/>
      </dsp:nvSpPr>
      <dsp:spPr>
        <a:xfrm>
          <a:off x="58" y="1838084"/>
          <a:ext cx="5607847" cy="247873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8E6F1-FD7A-4B2A-B984-30F358706BF4}">
      <dsp:nvSpPr>
        <dsp:cNvPr id="0" name=""/>
        <dsp:cNvSpPr/>
      </dsp:nvSpPr>
      <dsp:spPr>
        <a:xfrm>
          <a:off x="6393004" y="34518"/>
          <a:ext cx="5607847" cy="180356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5816" tIns="174752" rIns="305816" bIns="174752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Write a program that:</a:t>
          </a:r>
          <a:endParaRPr lang="en-US" sz="4300" kern="1200"/>
        </a:p>
      </dsp:txBody>
      <dsp:txXfrm>
        <a:off x="6393004" y="34518"/>
        <a:ext cx="5607847" cy="1803565"/>
      </dsp:txXfrm>
    </dsp:sp>
    <dsp:sp modelId="{5AAF255F-8CA1-4039-8415-6E3D55E2465A}">
      <dsp:nvSpPr>
        <dsp:cNvPr id="0" name=""/>
        <dsp:cNvSpPr/>
      </dsp:nvSpPr>
      <dsp:spPr>
        <a:xfrm>
          <a:off x="6393004" y="1838084"/>
          <a:ext cx="5607847" cy="247873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362" tIns="229362" rIns="305816" bIns="344043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300" kern="1200"/>
            <a:t>Asks for a number</a:t>
          </a:r>
          <a:endParaRPr lang="en-US" sz="4300" kern="1200"/>
        </a:p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300" kern="1200"/>
            <a:t>Prints whether it is even or odd</a:t>
          </a:r>
          <a:endParaRPr lang="en-US" sz="4300" kern="1200"/>
        </a:p>
      </dsp:txBody>
      <dsp:txXfrm>
        <a:off x="6393004" y="1838084"/>
        <a:ext cx="5607847" cy="24787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2D57D5-D718-49CF-853F-FCF677545BC1}">
      <dsp:nvSpPr>
        <dsp:cNvPr id="0" name=""/>
        <dsp:cNvSpPr/>
      </dsp:nvSpPr>
      <dsp:spPr>
        <a:xfrm>
          <a:off x="1786" y="652604"/>
          <a:ext cx="1017351" cy="1017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4BCC3-43B1-4958-832E-06F97FE52A14}">
      <dsp:nvSpPr>
        <dsp:cNvPr id="0" name=""/>
        <dsp:cNvSpPr/>
      </dsp:nvSpPr>
      <dsp:spPr>
        <a:xfrm>
          <a:off x="1786" y="1798240"/>
          <a:ext cx="2906718" cy="449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Input: temperature + weather condition 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86" y="1798240"/>
        <a:ext cx="2906718" cy="449633"/>
      </dsp:txXfrm>
    </dsp:sp>
    <dsp:sp modelId="{C1778DFA-CA12-4A4A-A6B5-1410EBD92D78}">
      <dsp:nvSpPr>
        <dsp:cNvPr id="0" name=""/>
        <dsp:cNvSpPr/>
      </dsp:nvSpPr>
      <dsp:spPr>
        <a:xfrm>
          <a:off x="1786" y="2307540"/>
          <a:ext cx="2906718" cy="1328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116116-0A5F-434C-8BA1-7FD8E0AE5EBE}">
      <dsp:nvSpPr>
        <dsp:cNvPr id="0" name=""/>
        <dsp:cNvSpPr/>
      </dsp:nvSpPr>
      <dsp:spPr>
        <a:xfrm>
          <a:off x="3417180" y="652604"/>
          <a:ext cx="1017351" cy="10173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F44BD-3F3E-41F3-A170-5F2C0E445A23}">
      <dsp:nvSpPr>
        <dsp:cNvPr id="0" name=""/>
        <dsp:cNvSpPr/>
      </dsp:nvSpPr>
      <dsp:spPr>
        <a:xfrm>
          <a:off x="3417180" y="1798240"/>
          <a:ext cx="2906718" cy="449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Output suggestions: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17180" y="1798240"/>
        <a:ext cx="2906718" cy="449633"/>
      </dsp:txXfrm>
    </dsp:sp>
    <dsp:sp modelId="{9C2095B4-1953-4D80-9E3E-FF2BADBB4573}">
      <dsp:nvSpPr>
        <dsp:cNvPr id="0" name=""/>
        <dsp:cNvSpPr/>
      </dsp:nvSpPr>
      <dsp:spPr>
        <a:xfrm>
          <a:off x="3417180" y="2307540"/>
          <a:ext cx="2906718" cy="1328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Hot + sunny → “Wear sunscreen”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Cold + rainy → “Wear a coat and bring an umbrella”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Arial" panose="020B0604020202020204" pitchFamily="34" charset="0"/>
              <a:cs typeface="Arial" panose="020B0604020202020204" pitchFamily="34" charset="0"/>
            </a:rPr>
            <a:t>etc.</a:t>
          </a: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17180" y="2307540"/>
        <a:ext cx="2906718" cy="132842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89AD51-289D-4058-B19C-8256D3AF208C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Python code:</a:t>
          </a:r>
          <a:endParaRPr lang="en-US" sz="3700" kern="1200"/>
        </a:p>
      </dsp:txBody>
      <dsp:txXfrm>
        <a:off x="3405805" y="42725"/>
        <a:ext cx="3703990" cy="754434"/>
      </dsp:txXfrm>
    </dsp:sp>
    <dsp:sp modelId="{1C23BDB5-8AC5-47AB-BC56-2ACE1EC03EB3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count = 3</a:t>
          </a:r>
          <a:endParaRPr lang="en-US" sz="3700" kern="1200"/>
        </a:p>
      </dsp:txBody>
      <dsp:txXfrm>
        <a:off x="3405805" y="920588"/>
        <a:ext cx="3703990" cy="754434"/>
      </dsp:txXfrm>
    </dsp:sp>
    <dsp:sp modelId="{4698AABB-2BFB-4CB3-8110-61C464EBF195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while count &gt; 0:</a:t>
          </a:r>
          <a:endParaRPr lang="en-US" sz="3700" kern="1200"/>
        </a:p>
      </dsp:txBody>
      <dsp:txXfrm>
        <a:off x="3405805" y="1798451"/>
        <a:ext cx="3703990" cy="754434"/>
      </dsp:txXfrm>
    </dsp:sp>
    <dsp:sp modelId="{5D424624-071A-4442-B821-F60295C8C27E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print(count)</a:t>
          </a:r>
          <a:endParaRPr lang="en-US" sz="3700" kern="1200"/>
        </a:p>
      </dsp:txBody>
      <dsp:txXfrm>
        <a:off x="3405805" y="2676315"/>
        <a:ext cx="3703990" cy="754434"/>
      </dsp:txXfrm>
    </dsp:sp>
    <dsp:sp modelId="{FDF0E0F7-D50F-4A33-9CC8-DADDF1CEB21B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700" b="1" kern="1200"/>
            <a:t>count -= 1</a:t>
          </a:r>
          <a:endParaRPr lang="en-US" sz="3700" kern="1200"/>
        </a:p>
      </dsp:txBody>
      <dsp:txXfrm>
        <a:off x="3405805" y="3554178"/>
        <a:ext cx="3703990" cy="7544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09E47-3979-4349-9BFE-5ECDFC66F15D}">
      <dsp:nvSpPr>
        <dsp:cNvPr id="0" name=""/>
        <dsp:cNvSpPr/>
      </dsp:nvSpPr>
      <dsp:spPr>
        <a:xfrm>
          <a:off x="961120" y="2079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1. C</a:t>
          </a:r>
          <a:endParaRPr lang="en-US" sz="5800" kern="1200"/>
        </a:p>
      </dsp:txBody>
      <dsp:txXfrm>
        <a:off x="961120" y="2079"/>
        <a:ext cx="2094322" cy="1256593"/>
      </dsp:txXfrm>
    </dsp:sp>
    <dsp:sp modelId="{70AC5D44-B104-465C-B86E-2719FA508A9F}">
      <dsp:nvSpPr>
        <dsp:cNvPr id="0" name=""/>
        <dsp:cNvSpPr/>
      </dsp:nvSpPr>
      <dsp:spPr>
        <a:xfrm>
          <a:off x="3264875" y="2079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2. B</a:t>
          </a:r>
          <a:endParaRPr lang="en-US" sz="5800" kern="1200"/>
        </a:p>
      </dsp:txBody>
      <dsp:txXfrm>
        <a:off x="3264875" y="2079"/>
        <a:ext cx="2094322" cy="1256593"/>
      </dsp:txXfrm>
    </dsp:sp>
    <dsp:sp modelId="{65F73247-375F-4784-8B4A-9FD6777D74E6}">
      <dsp:nvSpPr>
        <dsp:cNvPr id="0" name=""/>
        <dsp:cNvSpPr/>
      </dsp:nvSpPr>
      <dsp:spPr>
        <a:xfrm>
          <a:off x="5568630" y="2079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3. C</a:t>
          </a:r>
          <a:endParaRPr lang="en-US" sz="5800" kern="1200"/>
        </a:p>
      </dsp:txBody>
      <dsp:txXfrm>
        <a:off x="5568630" y="2079"/>
        <a:ext cx="2094322" cy="1256593"/>
      </dsp:txXfrm>
    </dsp:sp>
    <dsp:sp modelId="{0A69AFB8-49D8-4BFE-B95F-009874C36CA9}">
      <dsp:nvSpPr>
        <dsp:cNvPr id="0" name=""/>
        <dsp:cNvSpPr/>
      </dsp:nvSpPr>
      <dsp:spPr>
        <a:xfrm>
          <a:off x="7872385" y="2079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4. B</a:t>
          </a:r>
          <a:endParaRPr lang="en-US" sz="5800" kern="1200"/>
        </a:p>
      </dsp:txBody>
      <dsp:txXfrm>
        <a:off x="7872385" y="2079"/>
        <a:ext cx="2094322" cy="1256593"/>
      </dsp:txXfrm>
    </dsp:sp>
    <dsp:sp modelId="{248242A9-53A7-4229-B529-39AB623F7E77}">
      <dsp:nvSpPr>
        <dsp:cNvPr id="0" name=""/>
        <dsp:cNvSpPr/>
      </dsp:nvSpPr>
      <dsp:spPr>
        <a:xfrm>
          <a:off x="961120" y="1468105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5. A</a:t>
          </a:r>
          <a:endParaRPr lang="en-US" sz="5800" kern="1200"/>
        </a:p>
      </dsp:txBody>
      <dsp:txXfrm>
        <a:off x="961120" y="1468105"/>
        <a:ext cx="2094322" cy="1256593"/>
      </dsp:txXfrm>
    </dsp:sp>
    <dsp:sp modelId="{8C135623-307A-4EB3-B4BB-4EA36D748B14}">
      <dsp:nvSpPr>
        <dsp:cNvPr id="0" name=""/>
        <dsp:cNvSpPr/>
      </dsp:nvSpPr>
      <dsp:spPr>
        <a:xfrm>
          <a:off x="3264875" y="1468105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6. B</a:t>
          </a:r>
          <a:endParaRPr lang="en-US" sz="5800" kern="1200"/>
        </a:p>
      </dsp:txBody>
      <dsp:txXfrm>
        <a:off x="3264875" y="1468105"/>
        <a:ext cx="2094322" cy="1256593"/>
      </dsp:txXfrm>
    </dsp:sp>
    <dsp:sp modelId="{9FEE5791-7DE5-4A13-B85B-938DECB79E85}">
      <dsp:nvSpPr>
        <dsp:cNvPr id="0" name=""/>
        <dsp:cNvSpPr/>
      </dsp:nvSpPr>
      <dsp:spPr>
        <a:xfrm>
          <a:off x="5568630" y="1468105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7. C</a:t>
          </a:r>
          <a:endParaRPr lang="en-US" sz="5800" kern="1200"/>
        </a:p>
      </dsp:txBody>
      <dsp:txXfrm>
        <a:off x="5568630" y="1468105"/>
        <a:ext cx="2094322" cy="1256593"/>
      </dsp:txXfrm>
    </dsp:sp>
    <dsp:sp modelId="{DCCDCBF6-D97B-4DAB-8EF4-B2CD86C5550D}">
      <dsp:nvSpPr>
        <dsp:cNvPr id="0" name=""/>
        <dsp:cNvSpPr/>
      </dsp:nvSpPr>
      <dsp:spPr>
        <a:xfrm>
          <a:off x="7872385" y="1468105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8. C</a:t>
          </a:r>
          <a:endParaRPr lang="en-US" sz="5800" kern="1200"/>
        </a:p>
      </dsp:txBody>
      <dsp:txXfrm>
        <a:off x="7872385" y="1468105"/>
        <a:ext cx="2094322" cy="1256593"/>
      </dsp:txXfrm>
    </dsp:sp>
    <dsp:sp modelId="{569FF7C3-2C2D-44D0-885D-DA828D52758D}">
      <dsp:nvSpPr>
        <dsp:cNvPr id="0" name=""/>
        <dsp:cNvSpPr/>
      </dsp:nvSpPr>
      <dsp:spPr>
        <a:xfrm>
          <a:off x="3264875" y="2934131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9. B</a:t>
          </a:r>
          <a:endParaRPr lang="en-US" sz="5800" kern="1200"/>
        </a:p>
      </dsp:txBody>
      <dsp:txXfrm>
        <a:off x="3264875" y="2934131"/>
        <a:ext cx="2094322" cy="1256593"/>
      </dsp:txXfrm>
    </dsp:sp>
    <dsp:sp modelId="{A8356034-0F4E-4269-BC04-0FFE44B2BB13}">
      <dsp:nvSpPr>
        <dsp:cNvPr id="0" name=""/>
        <dsp:cNvSpPr/>
      </dsp:nvSpPr>
      <dsp:spPr>
        <a:xfrm>
          <a:off x="5568630" y="2934131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b="0" i="0" kern="1200" baseline="0"/>
            <a:t>10. D</a:t>
          </a:r>
          <a:endParaRPr lang="en-US" sz="5800" kern="1200"/>
        </a:p>
      </dsp:txBody>
      <dsp:txXfrm>
        <a:off x="5568630" y="2934131"/>
        <a:ext cx="2094322" cy="125659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FF01F6-EDD2-4C12-9211-7ED9065A9C14}">
      <dsp:nvSpPr>
        <dsp:cNvPr id="0" name=""/>
        <dsp:cNvSpPr/>
      </dsp:nvSpPr>
      <dsp:spPr>
        <a:xfrm>
          <a:off x="2103120" y="531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1- Count Occurrences </a:t>
          </a:r>
        </a:p>
      </dsp:txBody>
      <dsp:txXfrm>
        <a:off x="2103120" y="531"/>
        <a:ext cx="8412480" cy="690519"/>
      </dsp:txXfrm>
    </dsp:sp>
    <dsp:sp modelId="{FFD82410-05DA-4722-B8A8-BB99B02A0D5B}">
      <dsp:nvSpPr>
        <dsp:cNvPr id="0" name=""/>
        <dsp:cNvSpPr/>
      </dsp:nvSpPr>
      <dsp:spPr>
        <a:xfrm>
          <a:off x="0" y="531"/>
          <a:ext cx="2103120" cy="6905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Count</a:t>
          </a:r>
        </a:p>
      </dsp:txBody>
      <dsp:txXfrm>
        <a:off x="0" y="531"/>
        <a:ext cx="2103120" cy="690519"/>
      </dsp:txXfrm>
    </dsp:sp>
    <dsp:sp modelId="{D8FA4307-086C-4E7E-8A6E-1BD88B11EE7C}">
      <dsp:nvSpPr>
        <dsp:cNvPr id="0" name=""/>
        <dsp:cNvSpPr/>
      </dsp:nvSpPr>
      <dsp:spPr>
        <a:xfrm>
          <a:off x="2103120" y="732482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Write code that counts how many times "a" appears in this list: letters = ["a", "b", "a", "c", "a"]</a:t>
          </a:r>
        </a:p>
      </dsp:txBody>
      <dsp:txXfrm>
        <a:off x="2103120" y="732482"/>
        <a:ext cx="8412480" cy="690519"/>
      </dsp:txXfrm>
    </dsp:sp>
    <dsp:sp modelId="{0250E362-2D9B-4E01-8E55-8C20BED5CA9C}">
      <dsp:nvSpPr>
        <dsp:cNvPr id="0" name=""/>
        <dsp:cNvSpPr/>
      </dsp:nvSpPr>
      <dsp:spPr>
        <a:xfrm>
          <a:off x="0" y="732482"/>
          <a:ext cx="2103120" cy="690519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Write</a:t>
          </a:r>
        </a:p>
      </dsp:txBody>
      <dsp:txXfrm>
        <a:off x="0" y="732482"/>
        <a:ext cx="2103120" cy="690519"/>
      </dsp:txXfrm>
    </dsp:sp>
    <dsp:sp modelId="{5BD78950-4C19-4BE1-9AE5-CD25D15A236C}">
      <dsp:nvSpPr>
        <dsp:cNvPr id="0" name=""/>
        <dsp:cNvSpPr/>
      </dsp:nvSpPr>
      <dsp:spPr>
        <a:xfrm>
          <a:off x="2103120" y="1464433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2- Filter Even Numbers Given: </a:t>
          </a:r>
          <a:r>
            <a:rPr lang="en-US" sz="1600" b="1" kern="1200" dirty="0" err="1"/>
            <a:t>nums</a:t>
          </a:r>
          <a:r>
            <a:rPr lang="en-US" sz="1600" b="1" kern="1200" dirty="0"/>
            <a:t> = [3, 8, 2, 7, 10] </a:t>
          </a:r>
        </a:p>
      </dsp:txBody>
      <dsp:txXfrm>
        <a:off x="2103120" y="1464433"/>
        <a:ext cx="8412480" cy="690519"/>
      </dsp:txXfrm>
    </dsp:sp>
    <dsp:sp modelId="{A1554172-40A9-428D-A448-0A75D323F5C1}">
      <dsp:nvSpPr>
        <dsp:cNvPr id="0" name=""/>
        <dsp:cNvSpPr/>
      </dsp:nvSpPr>
      <dsp:spPr>
        <a:xfrm>
          <a:off x="0" y="1464433"/>
          <a:ext cx="2103120" cy="690519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Filter</a:t>
          </a:r>
        </a:p>
      </dsp:txBody>
      <dsp:txXfrm>
        <a:off x="0" y="1464433"/>
        <a:ext cx="2103120" cy="690519"/>
      </dsp:txXfrm>
    </dsp:sp>
    <dsp:sp modelId="{E80BC27A-53D7-4135-98DD-662CC6582191}">
      <dsp:nvSpPr>
        <dsp:cNvPr id="0" name=""/>
        <dsp:cNvSpPr/>
      </dsp:nvSpPr>
      <dsp:spPr>
        <a:xfrm>
          <a:off x="2103120" y="2196384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a new list containing only even numbers.</a:t>
          </a:r>
        </a:p>
      </dsp:txBody>
      <dsp:txXfrm>
        <a:off x="2103120" y="2196384"/>
        <a:ext cx="8412480" cy="690519"/>
      </dsp:txXfrm>
    </dsp:sp>
    <dsp:sp modelId="{7EF2BDED-296A-42E3-AEE4-32C0805C2F96}">
      <dsp:nvSpPr>
        <dsp:cNvPr id="0" name=""/>
        <dsp:cNvSpPr/>
      </dsp:nvSpPr>
      <dsp:spPr>
        <a:xfrm>
          <a:off x="0" y="2196384"/>
          <a:ext cx="2103120" cy="690519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</a:t>
          </a:r>
        </a:p>
      </dsp:txBody>
      <dsp:txXfrm>
        <a:off x="0" y="2196384"/>
        <a:ext cx="2103120" cy="690519"/>
      </dsp:txXfrm>
    </dsp:sp>
    <dsp:sp modelId="{39C868AA-1893-4BE7-9383-F27ACA32CE15}">
      <dsp:nvSpPr>
        <dsp:cNvPr id="0" name=""/>
        <dsp:cNvSpPr/>
      </dsp:nvSpPr>
      <dsp:spPr>
        <a:xfrm>
          <a:off x="2103120" y="2928335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3- Reverse a List (without using .reverse()) </a:t>
          </a:r>
        </a:p>
      </dsp:txBody>
      <dsp:txXfrm>
        <a:off x="2103120" y="2928335"/>
        <a:ext cx="8412480" cy="690519"/>
      </dsp:txXfrm>
    </dsp:sp>
    <dsp:sp modelId="{92EB2542-AC12-47EB-8CA8-004511129E16}">
      <dsp:nvSpPr>
        <dsp:cNvPr id="0" name=""/>
        <dsp:cNvSpPr/>
      </dsp:nvSpPr>
      <dsp:spPr>
        <a:xfrm>
          <a:off x="0" y="2928335"/>
          <a:ext cx="2103120" cy="690519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Reverse</a:t>
          </a:r>
        </a:p>
      </dsp:txBody>
      <dsp:txXfrm>
        <a:off x="0" y="2928335"/>
        <a:ext cx="2103120" cy="690519"/>
      </dsp:txXfrm>
    </dsp:sp>
    <dsp:sp modelId="{F5198CB5-484A-48A7-83EE-897D902ABD24}">
      <dsp:nvSpPr>
        <dsp:cNvPr id="0" name=""/>
        <dsp:cNvSpPr/>
      </dsp:nvSpPr>
      <dsp:spPr>
        <a:xfrm>
          <a:off x="2103120" y="3660286"/>
          <a:ext cx="8412480" cy="69051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75392" rIns="163225" bIns="1753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Write code that reverses a list manually.</a:t>
          </a:r>
        </a:p>
      </dsp:txBody>
      <dsp:txXfrm>
        <a:off x="2103120" y="3660286"/>
        <a:ext cx="8412480" cy="690519"/>
      </dsp:txXfrm>
    </dsp:sp>
    <dsp:sp modelId="{872A3476-064F-4354-BA19-F09CCF08E532}">
      <dsp:nvSpPr>
        <dsp:cNvPr id="0" name=""/>
        <dsp:cNvSpPr/>
      </dsp:nvSpPr>
      <dsp:spPr>
        <a:xfrm>
          <a:off x="0" y="3660286"/>
          <a:ext cx="2103120" cy="69051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68208" rIns="111290" bIns="68208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Write</a:t>
          </a:r>
        </a:p>
      </dsp:txBody>
      <dsp:txXfrm>
        <a:off x="0" y="3660286"/>
        <a:ext cx="2103120" cy="69051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B5AF7-95E1-47CB-A3F4-6B622465479F}">
      <dsp:nvSpPr>
        <dsp:cNvPr id="0" name=""/>
        <dsp:cNvSpPr/>
      </dsp:nvSpPr>
      <dsp:spPr>
        <a:xfrm>
          <a:off x="0" y="0"/>
          <a:ext cx="9591473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10. Which of these is a valid dictionary?</a:t>
          </a:r>
          <a:endParaRPr lang="en-US" sz="3300" kern="1200"/>
        </a:p>
      </dsp:txBody>
      <dsp:txXfrm>
        <a:off x="36841" y="36841"/>
        <a:ext cx="8234164" cy="1184159"/>
      </dsp:txXfrm>
    </dsp:sp>
    <dsp:sp modelId="{73DB0AA3-23DD-4525-AB09-DABEA7F26936}">
      <dsp:nvSpPr>
        <dsp:cNvPr id="0" name=""/>
        <dsp:cNvSpPr/>
      </dsp:nvSpPr>
      <dsp:spPr>
        <a:xfrm>
          <a:off x="846306" y="1467481"/>
          <a:ext cx="9591473" cy="125784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A. {"a", "b", "c"} B. {"name": "Sam", "age": 20} C. ["name", "Sam"] D. (name: Sam) </a:t>
          </a:r>
          <a:endParaRPr lang="en-US" sz="3300" kern="1200"/>
        </a:p>
      </dsp:txBody>
      <dsp:txXfrm>
        <a:off x="883147" y="1504322"/>
        <a:ext cx="7853888" cy="1184159"/>
      </dsp:txXfrm>
    </dsp:sp>
    <dsp:sp modelId="{BBD61962-787C-4490-A183-96745565E8A6}">
      <dsp:nvSpPr>
        <dsp:cNvPr id="0" name=""/>
        <dsp:cNvSpPr/>
      </dsp:nvSpPr>
      <dsp:spPr>
        <a:xfrm>
          <a:off x="1692613" y="2934963"/>
          <a:ext cx="9591473" cy="125784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/>
            <a:t>Answer: B</a:t>
          </a:r>
          <a:endParaRPr lang="en-US" sz="3300" kern="1200"/>
        </a:p>
      </dsp:txBody>
      <dsp:txXfrm>
        <a:off x="1729454" y="2971804"/>
        <a:ext cx="7853888" cy="1184159"/>
      </dsp:txXfrm>
    </dsp:sp>
    <dsp:sp modelId="{0AFEBBDC-1DE0-47CE-83C2-064AE388473E}">
      <dsp:nvSpPr>
        <dsp:cNvPr id="0" name=""/>
        <dsp:cNvSpPr/>
      </dsp:nvSpPr>
      <dsp:spPr>
        <a:xfrm>
          <a:off x="8773876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957835" y="953863"/>
        <a:ext cx="449678" cy="615241"/>
      </dsp:txXfrm>
    </dsp:sp>
    <dsp:sp modelId="{C815F907-22CF-42D5-807F-606DE5B19CB5}">
      <dsp:nvSpPr>
        <dsp:cNvPr id="0" name=""/>
        <dsp:cNvSpPr/>
      </dsp:nvSpPr>
      <dsp:spPr>
        <a:xfrm>
          <a:off x="9620183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804142" y="2412959"/>
        <a:ext cx="449678" cy="61524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4FB9BA-7660-4107-BA52-EE56A159FA79}">
      <dsp:nvSpPr>
        <dsp:cNvPr id="0" name=""/>
        <dsp:cNvSpPr/>
      </dsp:nvSpPr>
      <dsp:spPr>
        <a:xfrm>
          <a:off x="0" y="56122"/>
          <a:ext cx="6735443" cy="123771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b="1" kern="1200"/>
            <a:t>Learning Objectives</a:t>
          </a:r>
          <a:endParaRPr lang="en-US" sz="3100" kern="1200"/>
        </a:p>
      </dsp:txBody>
      <dsp:txXfrm>
        <a:off x="60420" y="116542"/>
        <a:ext cx="6614603" cy="1116873"/>
      </dsp:txXfrm>
    </dsp:sp>
    <dsp:sp modelId="{7A2B7934-38CC-429A-BE76-6771A97A580D}">
      <dsp:nvSpPr>
        <dsp:cNvPr id="0" name=""/>
        <dsp:cNvSpPr/>
      </dsp:nvSpPr>
      <dsp:spPr>
        <a:xfrm>
          <a:off x="0" y="1383116"/>
          <a:ext cx="6735443" cy="1237713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kern="1200"/>
            <a:t>By the end of this module, learners will be able to:</a:t>
          </a:r>
          <a:endParaRPr lang="en-US" sz="3100" kern="1200"/>
        </a:p>
      </dsp:txBody>
      <dsp:txXfrm>
        <a:off x="60420" y="1443536"/>
        <a:ext cx="6614603" cy="1116873"/>
      </dsp:txXfrm>
    </dsp:sp>
    <dsp:sp modelId="{4FCCF4DB-B1F5-4785-9416-2BD756FA7275}">
      <dsp:nvSpPr>
        <dsp:cNvPr id="0" name=""/>
        <dsp:cNvSpPr/>
      </dsp:nvSpPr>
      <dsp:spPr>
        <a:xfrm>
          <a:off x="0" y="2620829"/>
          <a:ext cx="6735443" cy="2887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85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Understand why programs read and write files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Open files using Python’s open() function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Read text files using multiple methods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 dirty="0"/>
            <a:t>Write and append to files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Use file modes ("r", "w", "a", "r+")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Use with statements for safe file handling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400" kern="1200"/>
            <a:t>Apply file operations to real‑world tasks</a:t>
          </a:r>
          <a:endParaRPr lang="en-US" sz="2400" kern="1200"/>
        </a:p>
      </dsp:txBody>
      <dsp:txXfrm>
        <a:off x="0" y="2620829"/>
        <a:ext cx="6735443" cy="288764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D21C8-93B8-4CC6-ABFB-0A464E5D3D48}">
      <dsp:nvSpPr>
        <dsp:cNvPr id="0" name=""/>
        <dsp:cNvSpPr/>
      </dsp:nvSpPr>
      <dsp:spPr>
        <a:xfrm>
          <a:off x="2375338" y="68556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016BE-12FE-4D8D-91CC-A98D494A6D1F}">
      <dsp:nvSpPr>
        <dsp:cNvPr id="0" name=""/>
        <dsp:cNvSpPr/>
      </dsp:nvSpPr>
      <dsp:spPr>
        <a:xfrm>
          <a:off x="971338" y="23569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400" b="1" kern="1200"/>
            <a:t>Programs use files to:</a:t>
          </a:r>
          <a:endParaRPr lang="en-US" sz="3400" kern="1200"/>
        </a:p>
      </dsp:txBody>
      <dsp:txXfrm>
        <a:off x="971338" y="2356915"/>
        <a:ext cx="4320000" cy="648000"/>
      </dsp:txXfrm>
    </dsp:sp>
    <dsp:sp modelId="{F6C497CE-4BAC-4B5F-A82E-0E76DEAC3216}">
      <dsp:nvSpPr>
        <dsp:cNvPr id="0" name=""/>
        <dsp:cNvSpPr/>
      </dsp:nvSpPr>
      <dsp:spPr>
        <a:xfrm>
          <a:off x="971338" y="3079031"/>
          <a:ext cx="4320000" cy="1312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>
              <a:latin typeface="+mj-lt"/>
              <a:cs typeface="Arial" panose="020B0604020202020204" pitchFamily="34" charset="0"/>
            </a:rPr>
            <a:t>1. Save data permanently</a:t>
          </a:r>
          <a:endParaRPr lang="en-US" sz="1800" kern="1200" dirty="0">
            <a:latin typeface="+mj-lt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>
              <a:latin typeface="+mj-lt"/>
              <a:cs typeface="Arial" panose="020B0604020202020204" pitchFamily="34" charset="0"/>
            </a:rPr>
            <a:t>2. Load data later</a:t>
          </a:r>
          <a:endParaRPr lang="en-US" sz="1800" kern="1200" dirty="0">
            <a:latin typeface="+mj-lt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>
              <a:latin typeface="+mj-lt"/>
              <a:cs typeface="Arial" panose="020B0604020202020204" pitchFamily="34" charset="0"/>
            </a:rPr>
            <a:t>3. Store logs, settings, and user information</a:t>
          </a:r>
          <a:endParaRPr lang="en-US" sz="1800" kern="1200" dirty="0">
            <a:latin typeface="+mj-lt"/>
            <a:cs typeface="Arial" panose="020B0604020202020204" pitchFamily="3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>
              <a:latin typeface="+mj-lt"/>
              <a:cs typeface="Arial" panose="020B0604020202020204" pitchFamily="34" charset="0"/>
            </a:rPr>
            <a:t>4. Process large amounts of text</a:t>
          </a:r>
          <a:endParaRPr lang="en-US" sz="1800" kern="1200" dirty="0">
            <a:latin typeface="+mj-lt"/>
            <a:cs typeface="Arial" panose="020B0604020202020204" pitchFamily="34" charset="0"/>
          </a:endParaRPr>
        </a:p>
      </dsp:txBody>
      <dsp:txXfrm>
        <a:off x="971338" y="3079031"/>
        <a:ext cx="4320000" cy="1312371"/>
      </dsp:txXfrm>
    </dsp:sp>
    <dsp:sp modelId="{B25826E6-0B3D-4658-BAB3-DE60120AF4A7}">
      <dsp:nvSpPr>
        <dsp:cNvPr id="0" name=""/>
        <dsp:cNvSpPr/>
      </dsp:nvSpPr>
      <dsp:spPr>
        <a:xfrm>
          <a:off x="7451339" y="685564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8835D-80F6-4CE0-B3B6-42AA9E695BA2}">
      <dsp:nvSpPr>
        <dsp:cNvPr id="0" name=""/>
        <dsp:cNvSpPr/>
      </dsp:nvSpPr>
      <dsp:spPr>
        <a:xfrm>
          <a:off x="6047339" y="23569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400" b="1" kern="1200" dirty="0"/>
            <a:t>Examples:</a:t>
          </a:r>
          <a:endParaRPr lang="en-US" sz="3400" kern="1200" dirty="0"/>
        </a:p>
      </dsp:txBody>
      <dsp:txXfrm>
        <a:off x="6047339" y="2356915"/>
        <a:ext cx="4320000" cy="648000"/>
      </dsp:txXfrm>
    </dsp:sp>
    <dsp:sp modelId="{AAA5FDB6-CBFC-4191-A8A7-6D4917B91981}">
      <dsp:nvSpPr>
        <dsp:cNvPr id="0" name=""/>
        <dsp:cNvSpPr/>
      </dsp:nvSpPr>
      <dsp:spPr>
        <a:xfrm>
          <a:off x="6047339" y="3079031"/>
          <a:ext cx="4320000" cy="1312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2400" kern="1200" dirty="0"/>
            <a:t>1</a:t>
          </a:r>
          <a:r>
            <a:rPr lang="en-GB" sz="1800" kern="1200" dirty="0"/>
            <a:t>. Saving game progress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/>
            <a:t>2. Reading CSV data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kern="1200" dirty="0"/>
            <a:t>3. Writing reports</a:t>
          </a:r>
          <a:endParaRPr lang="en-US" sz="1800" kern="1200" dirty="0"/>
        </a:p>
      </dsp:txBody>
      <dsp:txXfrm>
        <a:off x="6047339" y="3079031"/>
        <a:ext cx="4320000" cy="131237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7AE0B-9DBC-4246-87B9-39B7F457DC5E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1. Why do programs read and write files?</a:t>
          </a:r>
          <a:endParaRPr lang="en-US" sz="4000" kern="1200"/>
        </a:p>
      </dsp:txBody>
      <dsp:txXfrm>
        <a:off x="47976" y="85244"/>
        <a:ext cx="10419648" cy="886848"/>
      </dsp:txXfrm>
    </dsp:sp>
    <dsp:sp modelId="{899238B5-ACF8-4FCC-8A57-98B597FDCE79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/>
            <a:t>Write two reasons:</a:t>
          </a:r>
          <a:endParaRPr lang="en-US" sz="4000" kern="1200"/>
        </a:p>
      </dsp:txBody>
      <dsp:txXfrm>
        <a:off x="47976" y="1183245"/>
        <a:ext cx="10419648" cy="886848"/>
      </dsp:txXfrm>
    </dsp:sp>
    <dsp:sp modelId="{0E5891E4-A132-4C8D-BB65-42FD880ADE37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/>
            <a:t>2. What does the open() function do?</a:t>
          </a:r>
          <a:endParaRPr lang="en-US" sz="4000" kern="1200"/>
        </a:p>
      </dsp:txBody>
      <dsp:txXfrm>
        <a:off x="47976" y="2281245"/>
        <a:ext cx="10419648" cy="886848"/>
      </dsp:txXfrm>
    </dsp:sp>
    <dsp:sp modelId="{709F6E09-1130-44E4-AB56-6BE8789BD922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/>
            <a:t>Explain in your own words:</a:t>
          </a:r>
          <a:endParaRPr lang="en-US" sz="4000" kern="1200"/>
        </a:p>
      </dsp:txBody>
      <dsp:txXfrm>
        <a:off x="47976" y="3379245"/>
        <a:ext cx="10419648" cy="88684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7500C-026A-4DEF-8F90-6BA97EEA5FB8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0DC7F-9A4E-42C0-A0C6-E712FD5BB347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6. Write code that creates a file called "hello.txt" and writes "Hello, world!" into it.</a:t>
          </a:r>
          <a:endParaRPr lang="en-US" sz="2100" kern="1200"/>
        </a:p>
      </dsp:txBody>
      <dsp:txXfrm>
        <a:off x="0" y="531"/>
        <a:ext cx="10515600" cy="870055"/>
      </dsp:txXfrm>
    </dsp:sp>
    <dsp:sp modelId="{E94F6383-0BAA-49C9-8D5A-4F56BD37470E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89E10-2BA5-4224-9F97-9E12692E20ED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# write your code here</a:t>
          </a:r>
          <a:endParaRPr lang="en-US" sz="2100" kern="1200"/>
        </a:p>
      </dsp:txBody>
      <dsp:txXfrm>
        <a:off x="0" y="870586"/>
        <a:ext cx="10515600" cy="870055"/>
      </dsp:txXfrm>
    </dsp:sp>
    <dsp:sp modelId="{69FE3FE5-880F-4B0A-AB99-B11A0F6A3130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1413C-125C-4460-82E8-65A6D5DD0115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7. Append the text "New entry" to "log.txt".</a:t>
          </a:r>
          <a:endParaRPr lang="en-US" sz="2100" kern="1200"/>
        </a:p>
      </dsp:txBody>
      <dsp:txXfrm>
        <a:off x="0" y="1740641"/>
        <a:ext cx="10515600" cy="870055"/>
      </dsp:txXfrm>
    </dsp:sp>
    <dsp:sp modelId="{BF25C755-B449-45B4-A7F1-186405A16FAA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E58DD-A49D-4111-83C2-F0820FD72A7E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Python code: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#write your code here</a:t>
          </a:r>
        </a:p>
      </dsp:txBody>
      <dsp:txXfrm>
        <a:off x="0" y="2610696"/>
        <a:ext cx="10515600" cy="870055"/>
      </dsp:txXfrm>
    </dsp:sp>
    <dsp:sp modelId="{D88C307B-4E7F-4525-B904-7D8D6938A35F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85D12E-F6F2-4811-B85E-FCB6D94C3AA9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0" y="3480751"/>
        <a:ext cx="10515600" cy="87005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473F7-9939-44CB-87E2-05AB715D15C4}">
      <dsp:nvSpPr>
        <dsp:cNvPr id="0" name=""/>
        <dsp:cNvSpPr/>
      </dsp:nvSpPr>
      <dsp:spPr>
        <a:xfrm>
          <a:off x="0" y="80082"/>
          <a:ext cx="6666833" cy="117277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10. Shopping List Reader:</a:t>
          </a:r>
          <a:endParaRPr lang="en-US" sz="2700" kern="1200"/>
        </a:p>
      </dsp:txBody>
      <dsp:txXfrm>
        <a:off x="57250" y="137332"/>
        <a:ext cx="6552333" cy="1058278"/>
      </dsp:txXfrm>
    </dsp:sp>
    <dsp:sp modelId="{D6188D14-55E1-458C-851D-46770932C8D2}">
      <dsp:nvSpPr>
        <dsp:cNvPr id="0" name=""/>
        <dsp:cNvSpPr/>
      </dsp:nvSpPr>
      <dsp:spPr>
        <a:xfrm>
          <a:off x="0" y="1252861"/>
          <a:ext cx="6666833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/>
            <a:t>Write a code to:</a:t>
          </a:r>
          <a:endParaRPr lang="en-US" sz="2100" kern="1200"/>
        </a:p>
      </dsp:txBody>
      <dsp:txXfrm>
        <a:off x="0" y="1252861"/>
        <a:ext cx="6666833" cy="447120"/>
      </dsp:txXfrm>
    </dsp:sp>
    <dsp:sp modelId="{E14B4C72-FDC7-4F26-B2EA-C7F03B92A695}">
      <dsp:nvSpPr>
        <dsp:cNvPr id="0" name=""/>
        <dsp:cNvSpPr/>
      </dsp:nvSpPr>
      <dsp:spPr>
        <a:xfrm>
          <a:off x="0" y="1699981"/>
          <a:ext cx="6666833" cy="1172778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Read "shopping.txt" and print each item on a separate line.</a:t>
          </a:r>
          <a:endParaRPr lang="en-US" sz="2700" kern="1200"/>
        </a:p>
      </dsp:txBody>
      <dsp:txXfrm>
        <a:off x="57250" y="1757231"/>
        <a:ext cx="6552333" cy="1058278"/>
      </dsp:txXfrm>
    </dsp:sp>
    <dsp:sp modelId="{2C78220B-2CA3-49D8-A328-DA858AA42FD5}">
      <dsp:nvSpPr>
        <dsp:cNvPr id="0" name=""/>
        <dsp:cNvSpPr/>
      </dsp:nvSpPr>
      <dsp:spPr>
        <a:xfrm>
          <a:off x="0" y="2950519"/>
          <a:ext cx="6666833" cy="1172778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2. Line Counter: </a:t>
          </a:r>
          <a:endParaRPr lang="en-US" sz="2700" kern="1200"/>
        </a:p>
      </dsp:txBody>
      <dsp:txXfrm>
        <a:off x="57250" y="3007769"/>
        <a:ext cx="6552333" cy="1058278"/>
      </dsp:txXfrm>
    </dsp:sp>
    <dsp:sp modelId="{FF807A6D-D8EF-49EB-B903-323BBDD46095}">
      <dsp:nvSpPr>
        <dsp:cNvPr id="0" name=""/>
        <dsp:cNvSpPr/>
      </dsp:nvSpPr>
      <dsp:spPr>
        <a:xfrm>
          <a:off x="0" y="4201058"/>
          <a:ext cx="6666833" cy="1172778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Write a code to </a:t>
          </a:r>
          <a:r>
            <a:rPr lang="en-GB" sz="2700" kern="1200"/>
            <a:t>count how many lines are in "notes.txt".</a:t>
          </a:r>
          <a:endParaRPr lang="en-US" sz="2700" kern="1200"/>
        </a:p>
      </dsp:txBody>
      <dsp:txXfrm>
        <a:off x="57250" y="4258308"/>
        <a:ext cx="6552333" cy="1058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779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779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8A0F4-D2E8-4651-A765-CF8C4AA48276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190625"/>
            <a:ext cx="5715000" cy="3214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583906"/>
            <a:ext cx="5486400" cy="375046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047097"/>
            <a:ext cx="2971800" cy="4779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047097"/>
            <a:ext cx="2971800" cy="4779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8C456-42F8-4EA5-983B-03378AA925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91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992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007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722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035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490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11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535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350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951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8C456-42F8-4EA5-983B-03378AA925A1}" type="slidenum">
              <a:rPr lang="en-GB" smtClean="0"/>
              <a:t>189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98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9288-0A31-31B2-8737-13A2ABECE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717B9-F6B0-848D-DAE6-82145E87D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968C1-D0FF-E127-688C-61DEF79B6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92859-DA26-AEB4-8609-01681738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7C255-C2B3-78D7-CCCD-2E9F1C6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17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2DB4-409B-65C8-ABB8-5A1FC1AD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81728-EB38-7CAB-95A5-720EECFF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E6301-FB5A-7BC5-52F5-8914EA64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78F14-B65B-0AE2-DFCF-2E1EDB53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C82CD-24B3-624B-3664-85D8516B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68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24A0A-49A7-7705-45F4-9E185AF0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ADF6D-9776-59CB-C679-B6DE4A964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91682-68BD-27B4-B1C2-9CE87A1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62477-9AE9-D4D9-A0D7-48713B7F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4F84A-606F-5A3A-59C6-7DBF5388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583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5792-ED1B-F05A-7C6E-112CD9E2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94A31-640B-C3B6-068B-C281DCD07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24B5A-1067-F77C-F6F2-12A393099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68A26-7F01-3D68-594F-6229FA37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9519B-5F54-30F3-B96E-B03C68EBC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1E56A-F1A9-0184-3957-9712A03D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67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B39E-04F7-EFDD-FF0D-D9ACFEF6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39290-01A5-ED6D-391D-07938A120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8EF75-2934-4FE1-A364-299D4D2AC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B76E3-C1D4-30C8-683C-84388576A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E9E74A-9B57-6C90-84CA-CAF97F5CA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3932C-F049-5D3F-3FD7-FF60D561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B6C82-EAF6-A8C5-5866-E1958C18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F17FA-FEC2-B91D-29E9-1954F7B1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10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3B91-436E-2FEA-643D-158FDDFF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B08680-3345-A7E0-28AD-EA59A296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0054D-0613-6673-7A74-2F885FC3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7BB0C-368C-DAE1-3BAB-4202E8CC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32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7B8B14-C5E4-59D3-17F2-696A67F4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29247-EDCE-A77F-8363-4DBD43D4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9175F-D4E2-6986-2A09-160B4D0B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47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DA8B-BE39-0056-DF5C-305DCBB3D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4871-4CDF-53BA-2877-7183EB47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12FBF-F574-8CB9-2A00-A9289C004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04C39-339D-68EA-9629-A2F0E0B2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2C541-2AF4-6F75-3D09-760DBFBA7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6BE0-A42B-7255-7DCF-3FE40D5FC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97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B798-CC18-B0FE-7909-459AAB07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676A9-B4E9-EFD8-05EB-B54F75B40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5C7C4-5A26-D027-8FC9-7A8C9B37C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BAF74-72B2-07F3-D619-7E571DC6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98865-2E18-AB52-18D4-9CA10C07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B1001-23BA-47AA-C7D2-E5701024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58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EC4D-37EE-D545-D26F-72808211C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4067D-DB4D-B210-66EE-7D5D5C542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A347-D27E-52EA-B009-82D0A18C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2D4D5-147C-DFF0-A832-32737E11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EC26C-BC08-E528-0ED5-CDF29D45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4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16613-3897-9E52-79FB-F0E3FD195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A6EFE-C3AB-3309-084D-4F9A91C2E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28FD9-CDC6-F35B-271A-64B4780E8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DA8CC-3138-E428-E1F5-3037E3BF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02F3-F74B-1816-860C-468058F6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31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0ABC8-8218-E13F-B11B-8992B353F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68956-6437-4A11-2CAA-C1D5CE2DA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EC7E3-3ECF-E3D8-2280-2BAA2AEBB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3CF33-F271-4A68-86E9-CAA23C56F253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25CC6-EF6F-8DF0-408C-34581A5D6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C66A6-3027-851D-E423-8CCAB1195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8F72B-A1AB-4368-9510-10AB828489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49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34.jpe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93F94-8137-0BC8-A75D-0A9579495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114" y="583345"/>
            <a:ext cx="11099325" cy="4164820"/>
          </a:xfrm>
        </p:spPr>
        <p:txBody>
          <a:bodyPr anchor="t">
            <a:normAutofit/>
          </a:bodyPr>
          <a:lstStyle/>
          <a:p>
            <a:pPr algn="l"/>
            <a:r>
              <a:rPr lang="en-GB" sz="5600" b="1" dirty="0">
                <a:solidFill>
                  <a:srgbClr val="FFFFFF"/>
                </a:solidFill>
                <a:effectLst/>
              </a:rPr>
              <a:t>Introduction to Python Programming</a:t>
            </a:r>
            <a:r>
              <a:rPr lang="en-GB" sz="5600" dirty="0">
                <a:solidFill>
                  <a:srgbClr val="FFFFFF"/>
                </a:solidFill>
                <a:effectLst/>
              </a:rPr>
              <a:t> For Teachers, Beginners, GCSE/FE Students &amp; Adult Learners</a:t>
            </a:r>
            <a:br>
              <a:rPr lang="en-GB" sz="5600" dirty="0">
                <a:solidFill>
                  <a:srgbClr val="FFFFFF"/>
                </a:solidFill>
              </a:rPr>
            </a:br>
            <a:endParaRPr lang="en-GB" sz="5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70035-7A1A-B949-68A7-3E38E16C6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14" y="6444981"/>
            <a:ext cx="5377630" cy="380240"/>
          </a:xfrm>
        </p:spPr>
        <p:txBody>
          <a:bodyPr>
            <a:normAutofit/>
          </a:bodyPr>
          <a:lstStyle/>
          <a:p>
            <a:pPr algn="l"/>
            <a:r>
              <a:rPr lang="en-GB" sz="2000">
                <a:solidFill>
                  <a:srgbClr val="FFFFFF"/>
                </a:solidFill>
              </a:rPr>
              <a:t>Learning </a:t>
            </a:r>
            <a:r>
              <a:rPr lang="en-GB" sz="2000" b="1">
                <a:solidFill>
                  <a:srgbClr val="FFFFFF"/>
                </a:solidFill>
                <a:effectLst/>
              </a:rPr>
              <a:t>Python </a:t>
            </a:r>
            <a:r>
              <a:rPr lang="en-GB" sz="2000">
                <a:solidFill>
                  <a:srgbClr val="FFFFFF"/>
                </a:solidFill>
              </a:rPr>
              <a:t>is made easy by Hassan Adam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44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CC1CC-F53B-069B-8326-6FBDDA20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1600" b="1" dirty="0">
                <a:solidFill>
                  <a:srgbClr val="FFFFFF"/>
                </a:solidFill>
              </a:rPr>
            </a:br>
            <a:r>
              <a:rPr lang="en-GB" sz="1600" b="1" dirty="0">
                <a:solidFill>
                  <a:srgbClr val="FFFFFF"/>
                </a:solidFill>
              </a:rPr>
              <a:t>MODULE 1:- INTRODUCTION TO PYTHON LEARNING OUTCOMES</a:t>
            </a:r>
            <a:br>
              <a:rPr lang="en-GB" sz="1600" b="1" dirty="0">
                <a:solidFill>
                  <a:srgbClr val="FFFFFF"/>
                </a:solidFill>
              </a:rPr>
            </a:br>
            <a:endParaRPr lang="en-GB" sz="1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34378-DA11-A138-4220-0DF07A97B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324" y="1758638"/>
            <a:ext cx="9724031" cy="48048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ffectLst/>
              </a:rPr>
              <a:t>By the end of Module 1, you will be able to:</a:t>
            </a:r>
            <a:endParaRPr lang="en-GB" sz="2000" b="1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Explain what Python is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Describe why Python is popular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Run Python using an IDE or online platform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Write your first Python program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Use the </a:t>
            </a:r>
            <a:r>
              <a:rPr lang="en-GB" sz="2000" dirty="0"/>
              <a:t>print()</a:t>
            </a:r>
            <a:r>
              <a:rPr lang="en-GB" sz="2000" dirty="0">
                <a:effectLst/>
              </a:rPr>
              <a:t> function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Add comments to your code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9194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089DA-4799-CC48-572A-500B6AACF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br>
              <a:rPr lang="en-GB" sz="4000" b="1">
                <a:solidFill>
                  <a:srgbClr val="FFFFFF"/>
                </a:solidFill>
              </a:rPr>
            </a:br>
            <a:r>
              <a:rPr lang="en-GB" sz="4000" b="1">
                <a:solidFill>
                  <a:srgbClr val="FFFFFF"/>
                </a:solidFill>
              </a:rPr>
              <a:t>What Is Python?</a:t>
            </a:r>
            <a:br>
              <a:rPr lang="en-GB" sz="4000" b="1">
                <a:solidFill>
                  <a:srgbClr val="FFFFFF"/>
                </a:solidFill>
              </a:rPr>
            </a:b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890E2-B2C9-9DB6-BE19-9D859BA4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effectLst/>
              </a:rPr>
              <a:t>Python is a:</a:t>
            </a:r>
            <a:endParaRPr lang="en-GB" sz="2000" b="1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High‑level programming language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Easy to read and learn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Used in many industries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</a:rPr>
              <a:t>Great for beginners and professionals</a:t>
            </a:r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7948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31372-B0D1-D56D-08BB-0DCD5076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br>
              <a:rPr lang="en-GB" b="1">
                <a:solidFill>
                  <a:srgbClr val="FFFFFF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Where Python Is Used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9B81C-8391-BF61-D69B-410CC0195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4506277"/>
          </a:xfrm>
        </p:spPr>
        <p:txBody>
          <a:bodyPr>
            <a:normAutofit/>
          </a:bodyPr>
          <a:lstStyle/>
          <a:p>
            <a:r>
              <a:rPr lang="en-GB" b="1" dirty="0">
                <a:effectLst/>
              </a:rPr>
              <a:t>Python is used in:</a:t>
            </a:r>
            <a:endParaRPr lang="en-GB" b="1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Web development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Data science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Artificial intelligence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Cyber security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Automation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Education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296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49FC8-7DD5-21FF-7584-B6CE85BAA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Why Learning  Python is popular?</a:t>
            </a:r>
            <a:br>
              <a:rPr lang="en-GB" b="1" dirty="0">
                <a:solidFill>
                  <a:srgbClr val="FFFFFF"/>
                </a:solidFill>
              </a:rPr>
            </a:b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16D64-0192-0C69-0EFA-A502794CC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4619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effectLst/>
              </a:rPr>
              <a:t>Python is popular because it is:</a:t>
            </a:r>
            <a:endParaRPr lang="en-GB" b="1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Beginner‑friendly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Readable and clean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Cross‑platform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Supported by a huge community</a:t>
            </a:r>
            <a:endParaRPr lang="en-GB" dirty="0"/>
          </a:p>
          <a:p>
            <a:pPr lvl="1">
              <a:lnSpc>
                <a:spcPct val="150000"/>
              </a:lnSpc>
            </a:pPr>
            <a:r>
              <a:rPr lang="en-GB" dirty="0">
                <a:effectLst/>
              </a:rPr>
              <a:t>Used by companies like Google, Microsoft, Netflix, NASA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905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B6F5B-9247-F97E-9969-3AF8A62F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How to Run Python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D02E0-8837-EE37-B44D-18E3378F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b="1" dirty="0">
                <a:effectLst/>
              </a:rPr>
              <a:t>Option 1: Install Python</a:t>
            </a:r>
            <a:endParaRPr lang="en-GB" dirty="0"/>
          </a:p>
          <a:p>
            <a:r>
              <a:rPr lang="en-GB" dirty="0">
                <a:effectLst/>
              </a:rPr>
              <a:t>python.org</a:t>
            </a:r>
            <a:endParaRPr lang="en-GB" dirty="0"/>
          </a:p>
          <a:p>
            <a:r>
              <a:rPr lang="en-GB" dirty="0">
                <a:effectLst/>
              </a:rPr>
              <a:t>IDLE, VS Code, PyCharm</a:t>
            </a:r>
            <a:endParaRPr lang="en-GB" dirty="0"/>
          </a:p>
          <a:p>
            <a:pPr marL="0" indent="0">
              <a:buNone/>
            </a:pPr>
            <a:r>
              <a:rPr lang="en-GB" b="1" dirty="0">
                <a:effectLst/>
              </a:rPr>
              <a:t>Option 2: Use Online IDEs</a:t>
            </a:r>
            <a:endParaRPr lang="en-GB" dirty="0"/>
          </a:p>
          <a:p>
            <a:r>
              <a:rPr lang="en-GB" dirty="0" err="1">
                <a:effectLst/>
              </a:rPr>
              <a:t>Replit</a:t>
            </a:r>
            <a:endParaRPr lang="en-GB" dirty="0"/>
          </a:p>
          <a:p>
            <a:r>
              <a:rPr lang="en-GB" dirty="0">
                <a:effectLst/>
              </a:rPr>
              <a:t>Google </a:t>
            </a:r>
            <a:r>
              <a:rPr lang="en-GB" dirty="0" err="1">
                <a:effectLst/>
              </a:rPr>
              <a:t>Colab</a:t>
            </a:r>
            <a:endParaRPr lang="en-GB" dirty="0"/>
          </a:p>
          <a:p>
            <a:r>
              <a:rPr lang="en-GB" dirty="0" err="1">
                <a:effectLst/>
              </a:rPr>
              <a:t>Jupyter</a:t>
            </a:r>
            <a:r>
              <a:rPr lang="en-GB" dirty="0">
                <a:effectLst/>
              </a:rPr>
              <a:t> Notebook</a:t>
            </a:r>
            <a:endParaRPr lang="en-GB" dirty="0"/>
          </a:p>
          <a:p>
            <a:r>
              <a:rPr lang="en-GB" dirty="0">
                <a:effectLst/>
              </a:rPr>
              <a:t>Trinket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80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487F4-5BA6-AFD8-3B73-8BF0F88C7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en-US" sz="4000" b="1">
                <a:latin typeface="Arial" panose="020B0604020202020204" pitchFamily="34" charset="0"/>
              </a:rPr>
              <a:t>Your First Python Program</a:t>
            </a:r>
            <a:br>
              <a:rPr lang="en-US" altLang="en-US" sz="4000" b="1">
                <a:latin typeface="Arial" panose="020B0604020202020204" pitchFamily="34" charset="0"/>
              </a:rPr>
            </a:br>
            <a:endParaRPr lang="en-GB" sz="40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2" name="Rectangle 1">
            <a:extLst>
              <a:ext uri="{FF2B5EF4-FFF2-40B4-BE49-F238E27FC236}">
                <a16:creationId xmlns:a16="http://schemas.microsoft.com/office/drawing/2014/main" id="{224DF9A2-DB76-2979-9B30-3E8F83DF1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58274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087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E3183-C377-FD8C-4005-534EF9F2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The print() Function</a:t>
            </a:r>
          </a:p>
        </p:txBody>
      </p:sp>
      <p:pic>
        <p:nvPicPr>
          <p:cNvPr id="7" name="Graphic 6" descr="Printer">
            <a:extLst>
              <a:ext uri="{FF2B5EF4-FFF2-40B4-BE49-F238E27FC236}">
                <a16:creationId xmlns:a16="http://schemas.microsoft.com/office/drawing/2014/main" id="{6E66B69A-51AF-6B9F-A5B1-13D160200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BB568-8D1E-CF0A-A322-3B1367E39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print("Welcome to Python")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print(10)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print("The answer is:", 42)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976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0326D-FF79-B0B0-0B15-81F1140FE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altLang="en-US" sz="2800" b="1">
                <a:solidFill>
                  <a:srgbClr val="FFFFFF"/>
                </a:solidFill>
                <a:latin typeface="Arial" panose="020B0604020202020204" pitchFamily="34" charset="0"/>
              </a:rPr>
              <a:t>Comments in Python</a:t>
            </a:r>
            <a:br>
              <a:rPr lang="en-US" altLang="en-US" sz="2800" b="1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2800">
              <a:solidFill>
                <a:srgbClr val="FFFFFF"/>
              </a:solidFill>
            </a:endParaRPr>
          </a:p>
        </p:txBody>
      </p:sp>
      <p:graphicFrame>
        <p:nvGraphicFramePr>
          <p:cNvPr id="31" name="Rectangle 1">
            <a:extLst>
              <a:ext uri="{FF2B5EF4-FFF2-40B4-BE49-F238E27FC236}">
                <a16:creationId xmlns:a16="http://schemas.microsoft.com/office/drawing/2014/main" id="{080C4A3B-E88A-B3B9-9113-FE736824F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0069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8412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59DB7-87C0-139F-DC12-2B794EEC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1">
                <a:solidFill>
                  <a:srgbClr val="FFFFFF"/>
                </a:solidFill>
              </a:rPr>
              <a:t>Summary</a:t>
            </a:r>
            <a:br>
              <a:rPr lang="en-GB" sz="4000" b="1">
                <a:solidFill>
                  <a:srgbClr val="FFFFFF"/>
                </a:solidFill>
              </a:rPr>
            </a:b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5185E-CB0B-7D8A-10EC-91BE2951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ffectLst/>
              </a:rPr>
              <a:t>Today you learned:</a:t>
            </a:r>
            <a:endParaRPr lang="en-GB" sz="20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What Python is</a:t>
            </a:r>
            <a:endParaRPr lang="en-GB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Why Python is popular</a:t>
            </a:r>
            <a:endParaRPr lang="en-GB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How to run Python</a:t>
            </a:r>
            <a:endParaRPr lang="en-GB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How to write your first program</a:t>
            </a:r>
            <a:endParaRPr lang="en-GB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How to use </a:t>
            </a:r>
            <a:r>
              <a:rPr lang="en-GB" sz="2000" dirty="0"/>
              <a:t>print()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effectLst/>
              </a:rPr>
              <a:t>How to write comments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1470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26EE7-21C7-C36A-B70B-B30AE34E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Practice Tasks</a:t>
            </a:r>
            <a:br>
              <a:rPr lang="en-GB" sz="3400" b="1">
                <a:solidFill>
                  <a:srgbClr val="FFFFFF"/>
                </a:solidFill>
              </a:rPr>
            </a:br>
            <a:endParaRPr lang="en-GB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B52A9-BEC7-F3E6-0656-8726276A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 Python program to:</a:t>
            </a:r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 your name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 a message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 two comments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GB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 your name, hobby, and favourite food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65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A69B-F542-E02E-D6F9-4BD05DFE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200" b="1"/>
              <a:t>Challenge Task</a:t>
            </a:r>
            <a:br>
              <a:rPr lang="en-GB" sz="3200" b="1"/>
            </a:br>
            <a:endParaRPr lang="en-GB" sz="3200"/>
          </a:p>
        </p:txBody>
      </p:sp>
      <p:pic>
        <p:nvPicPr>
          <p:cNvPr id="5" name="Picture 4" descr="A race between four rabbits and one tortoise and the tortoise is on the lead">
            <a:extLst>
              <a:ext uri="{FF2B5EF4-FFF2-40B4-BE49-F238E27FC236}">
                <a16:creationId xmlns:a16="http://schemas.microsoft.com/office/drawing/2014/main" id="{F9D770FC-96EB-DFE9-4E3F-2BFC8FF33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33" r="18827" b="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2D345E1-B858-A9EB-2EDD-12D2C8EA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effectLst/>
                <a:latin typeface="+mj-lt"/>
              </a:rPr>
              <a:t>Print the following on separate lines:</a:t>
            </a:r>
            <a:endParaRPr lang="en-GB" sz="2000" b="1" dirty="0">
              <a:latin typeface="+mj-lt"/>
            </a:endParaRPr>
          </a:p>
          <a:p>
            <a:r>
              <a:rPr lang="en-GB" sz="2000" dirty="0">
                <a:latin typeface="+mj-lt"/>
              </a:rPr>
              <a:t>Hello!</a:t>
            </a:r>
          </a:p>
          <a:p>
            <a:r>
              <a:rPr lang="en-GB" sz="2000" dirty="0">
                <a:latin typeface="+mj-lt"/>
              </a:rPr>
              <a:t>Welcome to Python.</a:t>
            </a:r>
          </a:p>
          <a:p>
            <a:r>
              <a:rPr lang="en-GB" sz="2000" dirty="0">
                <a:latin typeface="+mj-lt"/>
              </a:rPr>
              <a:t>Let's start coding.</a:t>
            </a:r>
          </a:p>
          <a:p>
            <a:endParaRPr lang="en-GB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8010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C62F0-5922-C96A-5EAC-3D6F8C6E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5000">
                <a:solidFill>
                  <a:srgbClr val="FFFFFF"/>
                </a:solidFill>
              </a:rPr>
              <a:t>STUDENT WORKSHEET (PRINTABLE)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A8A81F63-8E47-F5BF-17DC-4FFB5E664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472473"/>
            <a:ext cx="4771607" cy="43687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Worksheet: Introduction to Python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What is Python?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Write a short explanation in your own words.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2. Why do you think Python is good for beginners?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3. Write the Python code to print your name.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4. Write a program that prints this message: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Learning Python is fun!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700" b="1" dirty="0">
                <a:solidFill>
                  <a:schemeClr val="tx1">
                    <a:alpha val="80000"/>
                  </a:schemeClr>
                </a:solidFill>
                <a:latin typeface="Arial Unicode MS"/>
              </a:rPr>
              <a:t>5.   </a:t>
            </a:r>
            <a:r>
              <a:rPr lang="en-US" altLang="en-US" sz="18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two comments to your code explaining what it does.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32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rinter">
            <a:extLst>
              <a:ext uri="{FF2B5EF4-FFF2-40B4-BE49-F238E27FC236}">
                <a16:creationId xmlns:a16="http://schemas.microsoft.com/office/drawing/2014/main" id="{83BA13F9-EB79-B1A9-BDC6-4572C538E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C9A5-105A-5A1A-9971-6171C367F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1473958"/>
            <a:ext cx="5754896" cy="4129400"/>
          </a:xfrm>
        </p:spPr>
        <p:txBody>
          <a:bodyPr anchor="t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6. Write a program that prints: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Your name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alt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favourite</a:t>
            </a: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hobby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alt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favourite</a:t>
            </a: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food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7. Challenge Task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Write a program that prints: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Hello!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Welcome to Python.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Let's start coding. </a:t>
            </a:r>
          </a:p>
          <a:p>
            <a:pPr marL="0" indent="0">
              <a:buNone/>
            </a:pPr>
            <a:endParaRPr lang="en-GB" sz="1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84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73ACC6-013A-C965-B25B-18002E1B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br>
              <a:rPr lang="en-GB" b="1">
                <a:solidFill>
                  <a:srgbClr val="FFFFFF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MINI‑QUIZ (WITH ANSWERS)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DF54A-8810-0299-56C6-2B47197FF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300" b="1" dirty="0"/>
              <a:t>Multiple Choice</a:t>
            </a:r>
          </a:p>
          <a:p>
            <a:r>
              <a:rPr lang="en-GB" sz="1300" b="1" dirty="0">
                <a:effectLst/>
              </a:rPr>
              <a:t>1. Python is a…</a:t>
            </a:r>
            <a:r>
              <a:rPr lang="en-GB" sz="1300" dirty="0">
                <a:effectLst/>
              </a:rPr>
              <a:t> A. Low‑level language B. High‑level language C. Hardware device D. Operating system</a:t>
            </a:r>
            <a:endParaRPr lang="en-GB" sz="1300" dirty="0"/>
          </a:p>
          <a:p>
            <a:r>
              <a:rPr lang="en-GB" sz="1300" b="1" dirty="0">
                <a:effectLst/>
              </a:rPr>
              <a:t>Correct answer:</a:t>
            </a:r>
            <a:r>
              <a:rPr lang="en-GB" sz="1300" dirty="0">
                <a:effectLst/>
              </a:rPr>
              <a:t> B</a:t>
            </a:r>
            <a:endParaRPr lang="en-GB" sz="1300" dirty="0"/>
          </a:p>
          <a:p>
            <a:r>
              <a:rPr lang="en-GB" sz="1300" b="1" dirty="0">
                <a:effectLst/>
              </a:rPr>
              <a:t>2. Which function displays output on the screen?</a:t>
            </a:r>
            <a:r>
              <a:rPr lang="en-GB" sz="1300" dirty="0">
                <a:effectLst/>
              </a:rPr>
              <a:t> A. show() B. output() C. print() D. display()</a:t>
            </a:r>
            <a:endParaRPr lang="en-GB" sz="1300" dirty="0"/>
          </a:p>
          <a:p>
            <a:r>
              <a:rPr lang="en-GB" sz="1300" b="1" dirty="0">
                <a:effectLst/>
              </a:rPr>
              <a:t>Correct answer:</a:t>
            </a:r>
            <a:r>
              <a:rPr lang="en-GB" sz="1300" dirty="0">
                <a:effectLst/>
              </a:rPr>
              <a:t> C</a:t>
            </a:r>
            <a:endParaRPr lang="en-GB" sz="1300" dirty="0"/>
          </a:p>
          <a:p>
            <a:r>
              <a:rPr lang="en-GB" sz="1300" b="1" dirty="0">
                <a:effectLst/>
              </a:rPr>
              <a:t>3. Which symbol starts a comment in Python?</a:t>
            </a:r>
            <a:r>
              <a:rPr lang="en-GB" sz="1300" dirty="0">
                <a:effectLst/>
              </a:rPr>
              <a:t> A. // B. # C. &lt;!-- D. **</a:t>
            </a:r>
            <a:endParaRPr lang="en-GB" sz="1300" dirty="0"/>
          </a:p>
          <a:p>
            <a:r>
              <a:rPr lang="en-GB" sz="1300" b="1" dirty="0">
                <a:effectLst/>
              </a:rPr>
              <a:t>Correct answer:</a:t>
            </a:r>
            <a:r>
              <a:rPr lang="en-GB" sz="1300" dirty="0">
                <a:effectLst/>
              </a:rPr>
              <a:t> B</a:t>
            </a:r>
            <a:endParaRPr lang="en-GB" sz="1300" dirty="0"/>
          </a:p>
          <a:p>
            <a:r>
              <a:rPr lang="en-GB" sz="1300" b="1" dirty="0"/>
              <a:t>Short Answer</a:t>
            </a:r>
          </a:p>
          <a:p>
            <a:r>
              <a:rPr lang="en-GB" sz="1300" b="1" dirty="0">
                <a:effectLst/>
              </a:rPr>
              <a:t>4. Write a line of code that prints “Hello Python”.</a:t>
            </a:r>
            <a:r>
              <a:rPr lang="en-GB" sz="1300" dirty="0">
                <a:effectLst/>
              </a:rPr>
              <a:t> </a:t>
            </a:r>
            <a:r>
              <a:rPr lang="en-GB" sz="1300" dirty="0"/>
              <a:t>print("Hello Python")</a:t>
            </a:r>
          </a:p>
          <a:p>
            <a:r>
              <a:rPr lang="en-GB" sz="1300" b="1" dirty="0">
                <a:effectLst/>
              </a:rPr>
              <a:t>5. What is an IDE?</a:t>
            </a:r>
            <a:r>
              <a:rPr lang="en-GB" sz="1300" dirty="0">
                <a:effectLst/>
              </a:rPr>
              <a:t> A tool used to write and run code.</a:t>
            </a:r>
            <a:endParaRPr lang="en-GB" sz="1300" dirty="0"/>
          </a:p>
          <a:p>
            <a:pPr marL="0" indent="0">
              <a:buNone/>
            </a:pPr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1371989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5A4EA-AA94-CF57-596A-84A83645B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br>
              <a:rPr lang="en-US" altLang="en-US" sz="2200" b="1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CHEAT SHEET (STUDENT‑FRIENDLY)</a:t>
            </a:r>
            <a:br>
              <a:rPr lang="en-US" altLang="en-US" sz="2200" b="1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21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492F81-038B-5B92-1083-5F37ADF517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 Basics Cheat Sheet — Module 1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print() Function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Displays text or numbers.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print("Hello") print(10) print("Age:", 25)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Comments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#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for comments.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# This is a comment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Strings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Text inside quotes.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print("Python is fun")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Running 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Install Python (IDLE, VS Code)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Or use online IDEs (Replit, Colab, Jupyter)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First Program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 Unicode MS"/>
              </a:rPr>
              <a:t>print("Hello, world!")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8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783344-4815-9192-06A5-C1D35814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>
                <a:solidFill>
                  <a:srgbClr val="FFFFFF"/>
                </a:solidFill>
              </a:rPr>
            </a:br>
            <a:r>
              <a:rPr lang="en-GB" sz="2200" b="1">
                <a:solidFill>
                  <a:srgbClr val="FFFFFF"/>
                </a:solidFill>
              </a:rPr>
              <a:t>MODULE 2 — VARIABLES &amp; DATA TYPES (FULL LESSON PACK)</a:t>
            </a:r>
            <a:br>
              <a:rPr lang="en-GB" sz="2200" b="1">
                <a:solidFill>
                  <a:srgbClr val="FFFFFF"/>
                </a:solidFill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5">
            <a:extLst>
              <a:ext uri="{FF2B5EF4-FFF2-40B4-BE49-F238E27FC236}">
                <a16:creationId xmlns:a16="http://schemas.microsoft.com/office/drawing/2014/main" id="{B5B98F98-F4BA-D54C-BCAE-3815BB58ED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2955" y="1885279"/>
          <a:ext cx="11586949" cy="4829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8231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7CA4A-D654-96FD-C65B-402E9D2B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b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  <a:t>What Is a Variable?</a:t>
            </a:r>
            <a:b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</a:br>
            <a:endParaRPr lang="en-GB" sz="3300">
              <a:solidFill>
                <a:schemeClr val="tx2"/>
              </a:solidFill>
            </a:endParaRPr>
          </a:p>
        </p:txBody>
      </p:sp>
      <p:pic>
        <p:nvPicPr>
          <p:cNvPr id="8" name="Graphic 7" descr="Flowchart">
            <a:extLst>
              <a:ext uri="{FF2B5EF4-FFF2-40B4-BE49-F238E27FC236}">
                <a16:creationId xmlns:a16="http://schemas.microsoft.com/office/drawing/2014/main" id="{85BE0ACC-61A9-EF93-543C-F2B7D29BAD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2CB83C2-C600-516C-4F92-E9C4B8787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31241" y="2421682"/>
            <a:ext cx="6258124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variable 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named storage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used to hold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Python Code: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name = "Hassan“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age = 25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height = 1.75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 variable stores a value that can change.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98011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6AB18-3391-AEB3-1471-AD019614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br>
              <a:rPr lang="en-GB" sz="2600" b="1"/>
            </a:br>
            <a:r>
              <a:rPr lang="en-GB" sz="2600" b="1"/>
              <a:t>Rules for Naming Variables</a:t>
            </a:r>
            <a:br>
              <a:rPr lang="en-GB" sz="2600" b="1"/>
            </a:br>
            <a:endParaRPr lang="en-GB" sz="26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8A14F-A12E-EF78-BE3F-460E490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516" y="2440012"/>
            <a:ext cx="10143668" cy="367397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b="1" dirty="0"/>
              <a:t>Variable names must:</a:t>
            </a:r>
          </a:p>
          <a:p>
            <a:pPr lvl="1"/>
            <a:r>
              <a:rPr lang="en-GB" sz="1700" dirty="0"/>
              <a:t>Start with a letter or underscore</a:t>
            </a:r>
          </a:p>
          <a:p>
            <a:pPr lvl="1"/>
            <a:r>
              <a:rPr lang="en-GB" sz="1700" dirty="0"/>
              <a:t>Contain letters, numbers, or underscores</a:t>
            </a:r>
          </a:p>
          <a:p>
            <a:pPr lvl="1"/>
            <a:r>
              <a:rPr lang="en-GB" sz="1700" dirty="0"/>
              <a:t>NOT start with a number</a:t>
            </a:r>
          </a:p>
          <a:p>
            <a:pPr lvl="1"/>
            <a:r>
              <a:rPr lang="en-GB" sz="1700" dirty="0"/>
              <a:t>NOT contain spaces</a:t>
            </a:r>
          </a:p>
          <a:p>
            <a:pPr lvl="1"/>
            <a:r>
              <a:rPr lang="en-GB" sz="1700" dirty="0"/>
              <a:t>Be meaningful (good practice)</a:t>
            </a:r>
          </a:p>
          <a:p>
            <a:pPr lvl="1"/>
            <a:r>
              <a:rPr lang="en-GB" sz="1700" dirty="0"/>
              <a:t>Examples:</a:t>
            </a:r>
          </a:p>
          <a:p>
            <a:pPr marL="914400" lvl="2" indent="0">
              <a:buNone/>
            </a:pPr>
            <a:r>
              <a:rPr lang="en-GB" sz="1700" dirty="0"/>
              <a:t> ✔ student_name </a:t>
            </a:r>
          </a:p>
          <a:p>
            <a:pPr marL="914400" lvl="2" indent="0">
              <a:buNone/>
            </a:pPr>
            <a:r>
              <a:rPr lang="en-GB" sz="1700" dirty="0"/>
              <a:t>✔ age</a:t>
            </a:r>
          </a:p>
          <a:p>
            <a:pPr marL="914400" lvl="2" indent="0">
              <a:buNone/>
            </a:pPr>
            <a:r>
              <a:rPr lang="en-GB" sz="1700" dirty="0"/>
              <a:t>2name ✘</a:t>
            </a:r>
          </a:p>
          <a:p>
            <a:pPr marL="914400" lvl="2" indent="0">
              <a:buNone/>
            </a:pPr>
            <a:r>
              <a:rPr lang="en-GB" sz="1700" dirty="0"/>
              <a:t> first name ✘ </a:t>
            </a:r>
          </a:p>
          <a:p>
            <a:pPr marL="0" indent="0">
              <a:buNone/>
            </a:pP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2986975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EF455-6314-E1BC-2BAD-B744CD77B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b="1"/>
              <a:t>Python Data Types</a:t>
            </a:r>
            <a:endParaRPr lang="en-GB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29F18-6E50-B8CC-C7EA-3FE4FDF0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b="1" dirty="0"/>
              <a:t>Common data types:</a:t>
            </a:r>
          </a:p>
          <a:p>
            <a:pPr lvl="1"/>
            <a:r>
              <a:rPr lang="en-GB" b="1" dirty="0"/>
              <a:t>String (str)</a:t>
            </a:r>
            <a:r>
              <a:rPr lang="en-GB" dirty="0"/>
              <a:t> — text</a:t>
            </a:r>
          </a:p>
          <a:p>
            <a:pPr lvl="1"/>
            <a:r>
              <a:rPr lang="en-GB" b="1" dirty="0"/>
              <a:t>Integer (int)</a:t>
            </a:r>
            <a:r>
              <a:rPr lang="en-GB" dirty="0"/>
              <a:t> — whole numbers</a:t>
            </a:r>
          </a:p>
          <a:p>
            <a:pPr lvl="1"/>
            <a:r>
              <a:rPr lang="en-GB" b="1" dirty="0"/>
              <a:t>Float (float)</a:t>
            </a:r>
            <a:r>
              <a:rPr lang="en-GB" dirty="0"/>
              <a:t> — decimal numbers</a:t>
            </a:r>
          </a:p>
          <a:p>
            <a:pPr lvl="1"/>
            <a:r>
              <a:rPr lang="en-GB" b="1" dirty="0"/>
              <a:t>Boolean (bool)</a:t>
            </a:r>
            <a:r>
              <a:rPr lang="en-GB" dirty="0"/>
              <a:t> — True/False</a:t>
            </a:r>
          </a:p>
          <a:p>
            <a:pPr marL="0" indent="0">
              <a:buNone/>
            </a:pPr>
            <a:endParaRPr lang="en-GB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689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68966-3983-AB1A-AFB8-3B17FF80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altLang="en-US" sz="5400">
                <a:latin typeface="Arial" panose="020B0604020202020204" pitchFamily="34" charset="0"/>
              </a:rPr>
              <a:t>Strings storage</a:t>
            </a:r>
            <a:endParaRPr lang="en-GB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58C9-427B-1537-E2EC-57B9EFA9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12" y="2599509"/>
            <a:ext cx="10705316" cy="2340981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Strings</a:t>
            </a:r>
            <a:r>
              <a:rPr lang="en-US" altLang="en-US" sz="2400" dirty="0">
                <a:latin typeface="Arial" panose="020B0604020202020204" pitchFamily="34" charset="0"/>
              </a:rPr>
              <a:t>: store text inside quotes.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Python Code: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 Unicode MS"/>
              </a:rPr>
              <a:t>message = "Hello"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 Unicode MS"/>
              </a:rPr>
              <a:t>name = "Aisha" </a:t>
            </a:r>
            <a:endParaRPr lang="en-US" altLang="en-US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9141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50D02-17D6-4A5E-970B-EC6FD353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altLang="en-US" sz="3800" b="1">
                <a:latin typeface="Arial" panose="020B0604020202020204" pitchFamily="34" charset="0"/>
              </a:rPr>
              <a:t>Integers &amp; Floats</a:t>
            </a:r>
            <a:br>
              <a:rPr lang="en-US" altLang="en-US" sz="3800" b="1">
                <a:latin typeface="Arial" panose="020B0604020202020204" pitchFamily="34" charset="0"/>
              </a:rPr>
            </a:br>
            <a:endParaRPr lang="en-GB" sz="3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D6A4A4-6A70-2284-76BB-9DC4ACF04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 b="1" dirty="0"/>
              <a:t>Integer (int):</a:t>
            </a:r>
            <a:r>
              <a:rPr lang="en-GB" sz="2400" dirty="0"/>
              <a:t> whole numbers</a:t>
            </a:r>
            <a:endParaRPr lang="en-GB" sz="2400"/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 dirty="0"/>
              <a:t>Python code:</a:t>
            </a:r>
            <a:endParaRPr lang="en-GB" sz="2400"/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/>
              <a:t>age = 20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 b="1"/>
              <a:t>Float (float):</a:t>
            </a:r>
            <a:r>
              <a:rPr lang="en-GB" sz="2400"/>
              <a:t> decimal numbers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/>
              <a:t>Python code: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2400"/>
              <a:t>price = 4.99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sz="240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GB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551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628887-D180-75A2-FF64-D0680AA7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br>
              <a:rPr lang="en-GB" sz="3400" b="1"/>
            </a:br>
            <a:r>
              <a:rPr lang="en-GB" sz="3400" b="1"/>
              <a:t>Boolean Values</a:t>
            </a:r>
            <a:br>
              <a:rPr lang="en-GB" sz="3400" b="1"/>
            </a:br>
            <a:endParaRPr lang="en-GB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E994D-D525-8C21-88EA-F1B7E69DD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Booleans represent truth values.</a:t>
            </a:r>
          </a:p>
          <a:p>
            <a:pPr marL="0" indent="0">
              <a:buNone/>
            </a:pPr>
            <a:r>
              <a:rPr lang="en-GB" sz="2400" dirty="0"/>
              <a:t>Python code:</a:t>
            </a:r>
          </a:p>
          <a:p>
            <a:pPr marL="0" indent="0">
              <a:buNone/>
            </a:pPr>
            <a:r>
              <a:rPr lang="en-GB" sz="2400" dirty="0" err="1"/>
              <a:t>is_student</a:t>
            </a:r>
            <a:r>
              <a:rPr lang="en-GB" sz="2400" dirty="0"/>
              <a:t> = True</a:t>
            </a:r>
          </a:p>
          <a:p>
            <a:pPr marL="0" indent="0">
              <a:buNone/>
            </a:pPr>
            <a:r>
              <a:rPr lang="en-GB" sz="2400" dirty="0" err="1"/>
              <a:t>is_logged_in</a:t>
            </a:r>
            <a:r>
              <a:rPr lang="en-GB" sz="2400" dirty="0"/>
              <a:t> = False</a:t>
            </a:r>
          </a:p>
          <a:p>
            <a:pPr marL="0" indent="0">
              <a:buNone/>
            </a:pPr>
            <a:endParaRPr lang="en-GB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854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61FD7-BDD4-ECF2-3978-E0EF05B6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800" b="1"/>
              <a:t>The input() Function</a:t>
            </a:r>
            <a:br>
              <a:rPr lang="en-GB" sz="3800" b="1"/>
            </a:br>
            <a:endParaRPr lang="en-GB" sz="3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0C466-DA0E-7AC6-7DE1-F37249318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input() </a:t>
            </a:r>
            <a:r>
              <a:rPr lang="en-GB" sz="2400" dirty="0"/>
              <a:t>: allows the user to enter data</a:t>
            </a:r>
          </a:p>
          <a:p>
            <a:pPr marL="0" indent="0">
              <a:buNone/>
            </a:pPr>
            <a:r>
              <a:rPr lang="en-GB" sz="2400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name = input("Enter your name: ")</a:t>
            </a:r>
          </a:p>
          <a:p>
            <a:pPr marL="0" indent="0">
              <a:buNone/>
            </a:pPr>
            <a:r>
              <a:rPr lang="en-GB" sz="2400" b="1" dirty="0"/>
              <a:t>Note:</a:t>
            </a:r>
          </a:p>
          <a:p>
            <a:pPr marL="0" indent="0">
              <a:buNone/>
            </a:pPr>
            <a:r>
              <a:rPr lang="en-GB" sz="2400" dirty="0"/>
              <a:t>All input is stored as a </a:t>
            </a:r>
            <a:r>
              <a:rPr lang="en-GB" sz="2400" b="1" dirty="0"/>
              <a:t>string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5563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A0744-C1FC-0B1C-5662-10F7D838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Type Conversion</a:t>
            </a:r>
            <a:br>
              <a:rPr lang="en-GB" sz="3400" b="1">
                <a:solidFill>
                  <a:srgbClr val="FFFFFF"/>
                </a:solidFill>
              </a:rPr>
            </a:br>
            <a:endParaRPr lang="en-GB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82A8D-891F-3A6A-A8E1-89F302F7F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Convert data types using:</a:t>
            </a:r>
          </a:p>
          <a:p>
            <a:pPr marL="0" indent="0">
              <a:buNone/>
            </a:pPr>
            <a:r>
              <a:rPr lang="en-GB" sz="2000" dirty="0"/>
              <a:t>int()</a:t>
            </a:r>
          </a:p>
          <a:p>
            <a:pPr marL="0" indent="0">
              <a:buNone/>
            </a:pPr>
            <a:r>
              <a:rPr lang="en-GB" sz="2000" dirty="0"/>
              <a:t>float()</a:t>
            </a:r>
          </a:p>
          <a:p>
            <a:pPr marL="0" indent="0">
              <a:buNone/>
            </a:pPr>
            <a:r>
              <a:rPr lang="en-GB" sz="2000" dirty="0"/>
              <a:t>str()</a:t>
            </a:r>
          </a:p>
          <a:p>
            <a:pPr marL="0" indent="0">
              <a:buNone/>
            </a:pPr>
            <a:r>
              <a:rPr lang="en-GB" sz="2000" b="1" dirty="0"/>
              <a:t>Example:</a:t>
            </a:r>
          </a:p>
          <a:p>
            <a:pPr marL="0" indent="0">
              <a:buNone/>
            </a:pPr>
            <a:r>
              <a:rPr lang="en-GB" sz="2000" dirty="0"/>
              <a:t>Python code:</a:t>
            </a:r>
          </a:p>
          <a:p>
            <a:pPr marL="0" indent="0">
              <a:buNone/>
            </a:pPr>
            <a:r>
              <a:rPr lang="en-GB" sz="2000" dirty="0"/>
              <a:t>age = int(input("Enter your age: "))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5100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7A06C-7095-6CF3-A7C5-C2AC11D9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Summary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21C0-B7AC-35F5-EC13-BA7B31D0F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Today you learned:</a:t>
            </a:r>
          </a:p>
          <a:p>
            <a:pPr lvl="1"/>
            <a:r>
              <a:rPr lang="en-GB" dirty="0"/>
              <a:t>What variables are</a:t>
            </a:r>
          </a:p>
          <a:p>
            <a:pPr lvl="1"/>
            <a:r>
              <a:rPr lang="en-GB" dirty="0"/>
              <a:t>How to name variables</a:t>
            </a:r>
          </a:p>
          <a:p>
            <a:pPr lvl="1"/>
            <a:r>
              <a:rPr lang="en-GB" dirty="0"/>
              <a:t>Python’s main data types</a:t>
            </a:r>
          </a:p>
          <a:p>
            <a:pPr lvl="1"/>
            <a:r>
              <a:rPr lang="en-GB" dirty="0"/>
              <a:t>How to use input()</a:t>
            </a:r>
          </a:p>
          <a:p>
            <a:pPr lvl="1"/>
            <a:r>
              <a:rPr lang="en-GB" dirty="0"/>
              <a:t>How to convert data types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70199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955FC-4FC9-8689-254C-F03ABD25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Practice Tasks</a:t>
            </a:r>
            <a:br>
              <a:rPr lang="en-GB" sz="3600" b="1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2E25-C2B7-D082-BB8A-E157AB3D1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/>
              <a:t>Create variables for your name, age, and city</a:t>
            </a:r>
          </a:p>
          <a:p>
            <a:r>
              <a:rPr lang="en-GB" sz="2400"/>
              <a:t>Ask the user for their favourite food</a:t>
            </a:r>
          </a:p>
          <a:p>
            <a:r>
              <a:rPr lang="en-GB" sz="2400"/>
              <a:t>Convert input into an integer</a:t>
            </a:r>
          </a:p>
          <a:p>
            <a:r>
              <a:rPr lang="en-GB" sz="2400"/>
              <a:t>Create a program that prints a personal introduction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183602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F80E6-0DC4-CDED-9FA0-C20C38ED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Challenge Task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C20B-CC34-39E8-7104-6F234B428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/>
              <a:t>Write a program that:</a:t>
            </a:r>
          </a:p>
          <a:p>
            <a:r>
              <a:rPr lang="en-GB" sz="2400"/>
              <a:t>Asks the user for two numbers</a:t>
            </a:r>
          </a:p>
          <a:p>
            <a:r>
              <a:rPr lang="en-GB" sz="2400"/>
              <a:t>Converts them to integers</a:t>
            </a:r>
          </a:p>
          <a:p>
            <a:r>
              <a:rPr lang="en-GB" sz="2400"/>
              <a:t>Adds them together</a:t>
            </a:r>
          </a:p>
          <a:p>
            <a:r>
              <a:rPr lang="en-GB" sz="2400"/>
              <a:t>Prints the result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909456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40656-A24D-5370-7BA6-B73E057F6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br>
              <a:rPr lang="en-GB" sz="5000" b="1">
                <a:solidFill>
                  <a:srgbClr val="FFFFFF"/>
                </a:solidFill>
              </a:rPr>
            </a:br>
            <a:r>
              <a:rPr lang="en-GB" sz="5000" b="1">
                <a:solidFill>
                  <a:srgbClr val="FFFFFF"/>
                </a:solidFill>
              </a:rPr>
              <a:t>STUDENT WORKSHEET (PRINTABLE)</a:t>
            </a:r>
            <a:br>
              <a:rPr lang="en-GB" sz="5000" b="1">
                <a:solidFill>
                  <a:srgbClr val="FFFFFF"/>
                </a:solidFill>
              </a:rPr>
            </a:br>
            <a:endParaRPr lang="en-GB" sz="5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0765-975C-3D5F-45AA-F63FD7C6E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276928"/>
            <a:ext cx="5534420" cy="6301293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endParaRPr lang="en-GB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Worksheet: Variables and Data Types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What is a variable?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your answer: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Identify the data type of each value: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"Hello" b) 42 c) 3.14 d) True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Create three variables: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name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age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favourite colour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the code below: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Using input()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program that asks the user for their city and prints it.</a:t>
            </a:r>
          </a:p>
          <a:p>
            <a:pPr marL="0" indent="0">
              <a:buNone/>
            </a:pPr>
            <a:r>
              <a:rPr lang="en-GB" sz="21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Type Conversion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program that: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Asks the user for their age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Converts it to an integer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Prints: "You are X years old“</a:t>
            </a:r>
          </a:p>
          <a:p>
            <a:pPr marL="0" indent="0">
              <a:buNone/>
            </a:pPr>
            <a:r>
              <a:rPr lang="en-GB" sz="2100" b="1" dirty="0">
                <a:latin typeface="Arial" panose="020B0604020202020204" pitchFamily="34" charset="0"/>
                <a:cs typeface="Arial" panose="020B0604020202020204" pitchFamily="34" charset="0"/>
              </a:rPr>
              <a:t>6. Challenge Task</a:t>
            </a: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Write a program that:</a:t>
            </a:r>
            <a:endParaRPr lang="en-GB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Ask the user for two numbers, convert them to integers, add them, and print the total.</a:t>
            </a:r>
          </a:p>
          <a:p>
            <a:pPr marL="0" indent="0">
              <a:buNone/>
            </a:pPr>
            <a:endParaRPr lang="en-GB" sz="21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506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8BC16-1657-A546-4A02-45ED4949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br>
              <a:rPr lang="en-GB" sz="6800" b="1">
                <a:solidFill>
                  <a:srgbClr val="FFFFFF"/>
                </a:solidFill>
              </a:rPr>
            </a:br>
            <a:r>
              <a:rPr lang="en-GB" sz="6800" b="1">
                <a:solidFill>
                  <a:srgbClr val="FFFFFF"/>
                </a:solidFill>
              </a:rPr>
              <a:t>TEACHER ANSWER KEY</a:t>
            </a:r>
            <a:br>
              <a:rPr lang="en-GB" sz="6800" b="1">
                <a:solidFill>
                  <a:srgbClr val="FFFFFF"/>
                </a:solidFill>
              </a:rPr>
            </a:br>
            <a:endParaRPr lang="en-GB" sz="68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6789A-DA81-2416-BCED-7FF424CAB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is a variable?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container that stores a value in a program.</a:t>
            </a:r>
          </a:p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types:</a:t>
            </a:r>
          </a:p>
          <a:p>
            <a:pPr>
              <a:buFont typeface="+mj-lt"/>
              <a:buAutoNum type="alphaLcParenR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</a:p>
          <a:p>
            <a:pPr>
              <a:buFont typeface="+mj-lt"/>
              <a:buAutoNum type="alphaLcParenR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 </a:t>
            </a:r>
          </a:p>
          <a:p>
            <a:pPr>
              <a:buFont typeface="+mj-lt"/>
              <a:buAutoNum type="alphaLcParenR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</a:p>
          <a:p>
            <a:pPr>
              <a:buFont typeface="+mj-lt"/>
              <a:buAutoNum type="alphaLcParenR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</a:p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Example variables</a:t>
            </a:r>
          </a:p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code: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"Hassan"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30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 = "Blue“</a:t>
            </a:r>
          </a:p>
          <a:p>
            <a:pPr marL="0" indent="0">
              <a:buNone/>
            </a:pPr>
            <a:endParaRPr lang="en-GB" sz="2000">
              <a:solidFill>
                <a:schemeClr val="tx1">
                  <a:alpha val="80000"/>
                </a:schemeClr>
              </a:solidFill>
              <a:latin typeface="+mj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19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15CB4-86A0-9209-2A77-CA2AAD6B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TEACHER ANSWER KEY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18222D-698C-781E-4303-ADCB0AB64E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80855" y="1412489"/>
            <a:ext cx="3427283" cy="43638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sz="2000"/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sz="2000"/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6F549-511F-D1BA-5FE8-0B87A6925108}"/>
              </a:ext>
            </a:extLst>
          </p:cNvPr>
          <p:cNvSpPr txBox="1"/>
          <p:nvPr/>
        </p:nvSpPr>
        <p:spPr>
          <a:xfrm>
            <a:off x="8320537" y="1412488"/>
            <a:ext cx="3784377" cy="5274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4. input() example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Python code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city = input("Enter your city: ") 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print(city)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5. Type conversion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Python code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age = int(input("Enter your age: "))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print("You are", age, "years old")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6. Challenge Task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Python code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num1 = int(input("Enter first number: "))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num2 = int(input("Enter second number: "))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total = num1 + num2 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print("The total is:", total)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40216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5F0EC-0D14-5CBF-17D1-FEC8161F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br>
              <a:rPr lang="en-GB" sz="5600" b="1">
                <a:solidFill>
                  <a:srgbClr val="FFFFFF"/>
                </a:solidFill>
              </a:rPr>
            </a:br>
            <a:r>
              <a:rPr lang="en-GB" sz="5600" b="1">
                <a:solidFill>
                  <a:srgbClr val="FFFFFF"/>
                </a:solidFill>
              </a:rPr>
              <a:t>MINI‑QUIZ (WITH ANSWERS)</a:t>
            </a:r>
            <a:br>
              <a:rPr lang="en-GB" sz="5600" b="1">
                <a:solidFill>
                  <a:srgbClr val="FFFFFF"/>
                </a:solidFill>
              </a:rPr>
            </a:br>
            <a:endParaRPr lang="en-GB" sz="56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4F0BC-8D3A-B7C0-B62A-69DD835F4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Multiple Choice</a:t>
            </a:r>
          </a:p>
          <a:p>
            <a:pPr marL="514350" indent="-514350">
              <a:buAutoNum type="arabicPeriod"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Which data type stores text?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  A. int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  B. str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  C. float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  D. bool 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Answer: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B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2. What does input() return?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A. int B. float C. str D. bool 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Answer: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C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3. Which is a valid variable name?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A.2name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B. first name 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C. _score D. my-variable</a:t>
            </a:r>
          </a:p>
          <a:p>
            <a:pPr marL="0" indent="0">
              <a:buNone/>
            </a:pP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Answer: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C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Short Answer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4. Convert 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"25"</a:t>
            </a: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 to an integer.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int("25")</a:t>
            </a:r>
          </a:p>
          <a:p>
            <a:pPr marL="0" indent="0">
              <a:buNone/>
            </a:pPr>
            <a:r>
              <a:rPr lang="en-GB" sz="1900" b="1" dirty="0">
                <a:solidFill>
                  <a:schemeClr val="tx1">
                    <a:alpha val="80000"/>
                  </a:schemeClr>
                </a:solidFill>
              </a:rPr>
              <a:t>5. Write a Boolean value.</a:t>
            </a:r>
            <a:r>
              <a:rPr lang="en-GB" sz="1900" dirty="0">
                <a:solidFill>
                  <a:schemeClr val="tx1">
                    <a:alpha val="80000"/>
                  </a:schemeClr>
                </a:solidFill>
              </a:rPr>
              <a:t> True or False</a:t>
            </a:r>
          </a:p>
          <a:p>
            <a:pPr marL="0" indent="0">
              <a:buNone/>
            </a:pPr>
            <a:endParaRPr lang="en-GB" sz="19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939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C414-2699-8FED-D32D-0FA45C4C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54"/>
            <a:ext cx="10515600" cy="353332"/>
          </a:xfrm>
        </p:spPr>
        <p:txBody>
          <a:bodyPr>
            <a:normAutofit fontScale="90000"/>
          </a:bodyPr>
          <a:lstStyle/>
          <a:p>
            <a:br>
              <a:rPr lang="en-US" altLang="en-US" b="1" u="sng" dirty="0">
                <a:latin typeface="Arial" panose="020B0604020202020204" pitchFamily="34" charset="0"/>
              </a:rPr>
            </a:br>
            <a:r>
              <a:rPr lang="en-US" altLang="en-US" b="1" u="sng" dirty="0">
                <a:latin typeface="Arial" panose="020B0604020202020204" pitchFamily="34" charset="0"/>
              </a:rPr>
              <a:t>CHEAT SHEET (STUDENT‑FRIENDLY)</a:t>
            </a:r>
            <a:br>
              <a:rPr lang="en-US" altLang="en-US" b="1" u="sng" dirty="0">
                <a:latin typeface="Arial" panose="020B0604020202020204" pitchFamily="34" charset="0"/>
              </a:rPr>
            </a:br>
            <a:endParaRPr lang="en-GB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3023CB-67B9-6A63-2B1E-DDF399B2A8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285" y="996324"/>
            <a:ext cx="11429999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Variables: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Store data in a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 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name = "Aisha" age = 20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Types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whole numbers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decimals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True/False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input()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Gets user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 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city = input("Enter your city: 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Type Conversion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 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int("5") #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float("3") # 3.0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str(10) # "10"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 Program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 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name = input("Enter your name: 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 = int(input("Enter your age: "))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print("Hello", name, "you are", age, "years old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368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B57E7-89A3-CED7-D7A3-EDD7D329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br>
              <a:rPr lang="en-GB" sz="2900" b="1" dirty="0"/>
            </a:br>
            <a:r>
              <a:rPr lang="en-GB" sz="2900" b="1" dirty="0"/>
              <a:t>MODULE 3 — OPERATORS </a:t>
            </a:r>
            <a:br>
              <a:rPr lang="en-GB" sz="2900" b="1" dirty="0"/>
            </a:br>
            <a:endParaRPr lang="en-GB" sz="29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889A58-DA81-152A-5D4E-C00F40912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400" b="1"/>
              <a:t>🎯 Learning Objectives</a:t>
            </a:r>
          </a:p>
          <a:p>
            <a:pPr marL="0" indent="0">
              <a:buNone/>
            </a:pPr>
            <a:r>
              <a:rPr lang="en-GB" sz="2400"/>
              <a:t>By the end of this module, students will be able to:</a:t>
            </a:r>
          </a:p>
          <a:p>
            <a:pPr lvl="1"/>
            <a:r>
              <a:rPr lang="en-GB"/>
              <a:t>Understand and use all major Python operator types</a:t>
            </a:r>
          </a:p>
          <a:p>
            <a:pPr lvl="1"/>
            <a:r>
              <a:rPr lang="en-GB"/>
              <a:t>Apply operators in real code examples</a:t>
            </a:r>
          </a:p>
          <a:p>
            <a:pPr lvl="1"/>
            <a:r>
              <a:rPr lang="en-GB"/>
              <a:t>Recognise common mistakes and how to avoid them</a:t>
            </a:r>
          </a:p>
          <a:p>
            <a:pPr lvl="1"/>
            <a:r>
              <a:rPr lang="en-GB"/>
              <a:t>Solve problems using arithmetic, comparison, logical, assignment, identity, and membership operators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575008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8BD7C-C279-8139-8C0E-C3E510A2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Module 3: Python Operators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6576251-2965-17D0-95BF-900D08881B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1227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2403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BDB38-1D26-CD6D-A0BC-F9A0F813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 dirty="0">
                <a:solidFill>
                  <a:srgbClr val="FFFFFF"/>
                </a:solidFill>
              </a:rPr>
            </a:br>
            <a:r>
              <a:rPr lang="en-GB" sz="2200" b="1" dirty="0">
                <a:solidFill>
                  <a:srgbClr val="FFFFFF"/>
                </a:solidFill>
              </a:rPr>
              <a:t>What Are Operators?</a:t>
            </a:r>
            <a:br>
              <a:rPr lang="en-GB" sz="2200" b="1" dirty="0">
                <a:solidFill>
                  <a:srgbClr val="FFFFFF"/>
                </a:solidFill>
              </a:rPr>
            </a:br>
            <a:endParaRPr lang="en-GB" sz="2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1E2EC-2E6D-0BB6-8751-CDC7F62F4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2006220"/>
            <a:ext cx="11359611" cy="4557241"/>
          </a:xfrm>
        </p:spPr>
        <p:txBody>
          <a:bodyPr anchor="ctr">
            <a:normAutofit/>
          </a:bodyPr>
          <a:lstStyle/>
          <a:p>
            <a:r>
              <a:rPr lang="en-GB" sz="2000" b="1" dirty="0"/>
              <a:t>Operators </a:t>
            </a:r>
            <a:r>
              <a:rPr lang="en-GB" sz="2000" dirty="0"/>
              <a:t>are symbols that tell Python to perform an action</a:t>
            </a:r>
          </a:p>
          <a:p>
            <a:pPr lvl="1"/>
            <a:r>
              <a:rPr lang="en-GB" dirty="0"/>
              <a:t> Examples: +, ==, and, in</a:t>
            </a:r>
          </a:p>
          <a:p>
            <a:r>
              <a:rPr lang="en-GB" sz="2000" b="1" dirty="0"/>
              <a:t>Python has six main operator types:</a:t>
            </a:r>
          </a:p>
          <a:p>
            <a:pPr lvl="1"/>
            <a:r>
              <a:rPr lang="en-GB" sz="2000" dirty="0"/>
              <a:t>Arithmetic</a:t>
            </a:r>
          </a:p>
          <a:p>
            <a:pPr lvl="1"/>
            <a:r>
              <a:rPr lang="en-GB" sz="2000" dirty="0"/>
              <a:t>Comparison</a:t>
            </a:r>
          </a:p>
          <a:p>
            <a:pPr lvl="1"/>
            <a:r>
              <a:rPr lang="en-GB" sz="2000" dirty="0"/>
              <a:t>Logical</a:t>
            </a:r>
          </a:p>
          <a:p>
            <a:pPr lvl="1"/>
            <a:r>
              <a:rPr lang="en-GB" sz="2000" dirty="0"/>
              <a:t>Assignment</a:t>
            </a:r>
          </a:p>
          <a:p>
            <a:pPr lvl="1"/>
            <a:r>
              <a:rPr lang="en-GB" sz="2000" dirty="0"/>
              <a:t>Identity</a:t>
            </a:r>
          </a:p>
          <a:p>
            <a:pPr lvl="1"/>
            <a:r>
              <a:rPr lang="en-GB" sz="2000" dirty="0"/>
              <a:t>Membership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44373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DBCE-2A0B-3803-2868-2ACA01455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479" y="0"/>
            <a:ext cx="5219307" cy="675186"/>
          </a:xfrm>
        </p:spPr>
        <p:txBody>
          <a:bodyPr anchor="b">
            <a:normAutofit/>
          </a:bodyPr>
          <a:lstStyle/>
          <a:p>
            <a:r>
              <a:rPr lang="en-GB" sz="3200" b="1"/>
              <a:t>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9F00D-FC7A-38BB-BAEE-FF55B800A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3657" y="2533475"/>
            <a:ext cx="5219307" cy="344822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C73AF9-0D33-5C66-5D79-0D012990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96FD6F-5EE9-36C7-C200-3111EF6D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A39BB2-02C1-8A8B-8021-68446E04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B1AF9D-A702-E233-3BAB-28C93F046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266689"/>
              </p:ext>
            </p:extLst>
          </p:nvPr>
        </p:nvGraphicFramePr>
        <p:xfrm>
          <a:off x="787114" y="1539940"/>
          <a:ext cx="8621112" cy="367003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20467">
                  <a:extLst>
                    <a:ext uri="{9D8B030D-6E8A-4147-A177-3AD203B41FA5}">
                      <a16:colId xmlns:a16="http://schemas.microsoft.com/office/drawing/2014/main" val="3653491900"/>
                    </a:ext>
                  </a:extLst>
                </a:gridCol>
                <a:gridCol w="4216047">
                  <a:extLst>
                    <a:ext uri="{9D8B030D-6E8A-4147-A177-3AD203B41FA5}">
                      <a16:colId xmlns:a16="http://schemas.microsoft.com/office/drawing/2014/main" val="3917431356"/>
                    </a:ext>
                  </a:extLst>
                </a:gridCol>
                <a:gridCol w="3184598">
                  <a:extLst>
                    <a:ext uri="{9D8B030D-6E8A-4147-A177-3AD203B41FA5}">
                      <a16:colId xmlns:a16="http://schemas.microsoft.com/office/drawing/2014/main" val="1927372414"/>
                    </a:ext>
                  </a:extLst>
                </a:gridCol>
              </a:tblGrid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1"/>
                        <a:t>Operator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1"/>
                        <a:t>Meaning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1"/>
                        <a:t>Example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794642297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+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Addition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3 + 2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3753315503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-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Subtraction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5 - 1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2262992676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*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Multiplication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4 * 3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2270990150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/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Division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10 / 2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3319369798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//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Floor division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7 // 2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3102406375"/>
                  </a:ext>
                </a:extLst>
              </a:tr>
              <a:tr h="710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%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Modulus (remainder)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7 % 3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3550461553"/>
                  </a:ext>
                </a:extLst>
              </a:tr>
              <a:tr h="422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**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/>
                        <a:t>Exponent</a:t>
                      </a:r>
                    </a:p>
                  </a:txBody>
                  <a:tcPr marL="96074" marR="96074" marT="48037" marB="4803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dirty="0"/>
                        <a:t>2 ** 3</a:t>
                      </a:r>
                    </a:p>
                  </a:txBody>
                  <a:tcPr marL="96074" marR="96074" marT="48037" marB="48037" anchor="ctr"/>
                </a:tc>
                <a:extLst>
                  <a:ext uri="{0D108BD9-81ED-4DB2-BD59-A6C34878D82A}">
                    <a16:rowId xmlns:a16="http://schemas.microsoft.com/office/drawing/2014/main" val="1602469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767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7BB0A-58D0-3C67-9DC7-3F6198EF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6"/>
            <a:ext cx="4977976" cy="507230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Code‑Along: Arithmetic</a:t>
            </a:r>
          </a:p>
        </p:txBody>
      </p:sp>
      <p:pic>
        <p:nvPicPr>
          <p:cNvPr id="8" name="Graphic 7" descr="Computer">
            <a:extLst>
              <a:ext uri="{FF2B5EF4-FFF2-40B4-BE49-F238E27FC236}">
                <a16:creationId xmlns:a16="http://schemas.microsoft.com/office/drawing/2014/main" id="{75658B92-B8AE-351F-F7C9-52778B74D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C7FF40F-DA44-6AAE-4E2B-4AFB76A7E0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0573" y="1978926"/>
            <a:ext cx="5928607" cy="4082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= 10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 = 3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print(a + b)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print(a // b)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print(a % b)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Task: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Run this and explain each output.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620253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2BD88-0B47-F88C-A721-6769F85E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br>
              <a:rPr lang="en-GB" sz="2600" b="1"/>
            </a:br>
            <a:r>
              <a:rPr lang="en-GB" sz="2600" b="1"/>
              <a:t>Comparison Operators</a:t>
            </a:r>
            <a:br>
              <a:rPr lang="en-GB" sz="2600" b="1"/>
            </a:br>
            <a:endParaRPr lang="en-GB" sz="2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436C8-52C7-625D-0E08-BCBCDFBB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76" y="2351490"/>
            <a:ext cx="4530898" cy="457200"/>
          </a:xfrm>
        </p:spPr>
        <p:txBody>
          <a:bodyPr anchor="ctr">
            <a:normAutofit fontScale="25000" lnSpcReduction="20000"/>
          </a:bodyPr>
          <a:lstStyle/>
          <a:p>
            <a:endParaRPr lang="en-GB" sz="2000" dirty="0"/>
          </a:p>
          <a:p>
            <a:r>
              <a:rPr lang="en-GB" sz="6400" dirty="0">
                <a:latin typeface="Arial" panose="020B0604020202020204" pitchFamily="34" charset="0"/>
                <a:cs typeface="Arial" panose="020B0604020202020204" pitchFamily="34" charset="0"/>
              </a:rPr>
              <a:t>Used to compare values</a:t>
            </a:r>
          </a:p>
          <a:p>
            <a:r>
              <a:rPr lang="en-GB" sz="6400" dirty="0">
                <a:latin typeface="Arial" panose="020B0604020202020204" pitchFamily="34" charset="0"/>
                <a:cs typeface="Arial" panose="020B0604020202020204" pitchFamily="34" charset="0"/>
              </a:rPr>
              <a:t>Always return </a:t>
            </a:r>
            <a:r>
              <a:rPr lang="en-GB" sz="6400" b="1" dirty="0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GB" sz="64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GB" sz="6400" b="1" dirty="0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GB" sz="6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73D069-2220-20DA-715C-E96E5AFD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14" y="2551468"/>
            <a:ext cx="1134774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3B739A-0E31-AF9F-29EF-2820CA8B0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244063"/>
              </p:ext>
            </p:extLst>
          </p:nvPr>
        </p:nvGraphicFramePr>
        <p:xfrm>
          <a:off x="4258101" y="2816548"/>
          <a:ext cx="7067699" cy="33903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82287">
                  <a:extLst>
                    <a:ext uri="{9D8B030D-6E8A-4147-A177-3AD203B41FA5}">
                      <a16:colId xmlns:a16="http://schemas.microsoft.com/office/drawing/2014/main" val="2272602315"/>
                    </a:ext>
                  </a:extLst>
                </a:gridCol>
                <a:gridCol w="3118396">
                  <a:extLst>
                    <a:ext uri="{9D8B030D-6E8A-4147-A177-3AD203B41FA5}">
                      <a16:colId xmlns:a16="http://schemas.microsoft.com/office/drawing/2014/main" val="3654107509"/>
                    </a:ext>
                  </a:extLst>
                </a:gridCol>
                <a:gridCol w="1967016">
                  <a:extLst>
                    <a:ext uri="{9D8B030D-6E8A-4147-A177-3AD203B41FA5}">
                      <a16:colId xmlns:a16="http://schemas.microsoft.com/office/drawing/2014/main" val="2509714458"/>
                    </a:ext>
                  </a:extLst>
                </a:gridCol>
              </a:tblGrid>
              <a:tr h="335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 cap="none" spc="0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 cap="none" spc="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 cap="none" spc="0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040930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==</a:t>
                      </a:r>
                      <a:endParaRPr lang="en-GB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Equal to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5 == 5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807714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!=</a:t>
                      </a:r>
                      <a:endParaRPr lang="en-GB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 dirty="0">
                          <a:solidFill>
                            <a:schemeClr val="tx1"/>
                          </a:solidFill>
                        </a:rPr>
                        <a:t>Not equal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5 != 3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931003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&gt;</a:t>
                      </a:r>
                      <a:endParaRPr lang="en-GB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Greater than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7 &gt; 2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078883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GB" sz="1900" b="0" cap="none" spc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Less than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3 &lt; 8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858336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900" b="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&gt;=</a:t>
                      </a:r>
                      <a:endParaRPr lang="en-GB" sz="19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Greater or equal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6 &gt;= 6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60833"/>
                  </a:ext>
                </a:extLst>
              </a:tr>
              <a:tr h="3355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900" cap="none" spc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Less or equal</a:t>
                      </a: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4 &lt;= 5</a:t>
                      </a:r>
                      <a:endParaRPr lang="en-GB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3837" marR="143837" marT="122863" marB="7191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4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4646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06B3A-4DCE-B9DC-025B-D7820BA5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 b="1"/>
              <a:t>Code‑Along: Comparison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2BC64-7C9C-8175-B9D3-B8FD98C8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20" y="2599509"/>
            <a:ext cx="5781050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Python code:</a:t>
            </a:r>
          </a:p>
          <a:p>
            <a:pPr marL="0" indent="0" algn="ctr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dirty="0"/>
              <a:t>age = 16</a:t>
            </a:r>
          </a:p>
          <a:p>
            <a:pPr marL="0" indent="0">
              <a:buNone/>
            </a:pPr>
            <a:r>
              <a:rPr lang="en-GB" sz="2000" dirty="0"/>
              <a:t>print(age &gt;= 18)</a:t>
            </a:r>
          </a:p>
          <a:p>
            <a:pPr marL="0" indent="0">
              <a:buNone/>
            </a:pPr>
            <a:r>
              <a:rPr lang="en-GB" sz="2000" dirty="0"/>
              <a:t>print(age == 16)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4459D34F-7AFC-3EAB-187B-B45D073B70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06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C94CF2-5E59-7EFB-2ADD-6CA90650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Autofit/>
          </a:bodyPr>
          <a:lstStyle/>
          <a:p>
            <a:pPr algn="ctr"/>
            <a:br>
              <a:rPr lang="en-GB" sz="40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Operators</a:t>
            </a:r>
            <a:br>
              <a:rPr lang="en-GB" sz="40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4000" u="sng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B076-B529-C9DD-B059-2DBDEE78F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277" y="1815082"/>
            <a:ext cx="5025735" cy="516963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Used to combine conditions.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383AF0-0603-02FB-D9E4-77FAEACD9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721697"/>
              </p:ext>
            </p:extLst>
          </p:nvPr>
        </p:nvGraphicFramePr>
        <p:xfrm>
          <a:off x="303094" y="2735875"/>
          <a:ext cx="11311151" cy="390201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894552">
                  <a:extLst>
                    <a:ext uri="{9D8B030D-6E8A-4147-A177-3AD203B41FA5}">
                      <a16:colId xmlns:a16="http://schemas.microsoft.com/office/drawing/2014/main" val="843177704"/>
                    </a:ext>
                  </a:extLst>
                </a:gridCol>
                <a:gridCol w="4071900">
                  <a:extLst>
                    <a:ext uri="{9D8B030D-6E8A-4147-A177-3AD203B41FA5}">
                      <a16:colId xmlns:a16="http://schemas.microsoft.com/office/drawing/2014/main" val="364652433"/>
                    </a:ext>
                  </a:extLst>
                </a:gridCol>
                <a:gridCol w="4344699">
                  <a:extLst>
                    <a:ext uri="{9D8B030D-6E8A-4147-A177-3AD203B41FA5}">
                      <a16:colId xmlns:a16="http://schemas.microsoft.com/office/drawing/2014/main" val="3338803104"/>
                    </a:ext>
                  </a:extLst>
                </a:gridCol>
              </a:tblGrid>
              <a:tr h="727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marL="82829" marR="82829" marT="41415" marB="41415" anchor="ctr"/>
                </a:tc>
                <a:extLst>
                  <a:ext uri="{0D108BD9-81ED-4DB2-BD59-A6C34878D82A}">
                    <a16:rowId xmlns:a16="http://schemas.microsoft.com/office/drawing/2014/main" val="2253568588"/>
                  </a:ext>
                </a:extLst>
              </a:tr>
              <a:tr h="1223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Both must be true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&gt; 10 and age &lt; 18</a:t>
                      </a:r>
                    </a:p>
                  </a:txBody>
                  <a:tcPr marL="82829" marR="82829" marT="41415" marB="41415" anchor="ctr"/>
                </a:tc>
                <a:extLst>
                  <a:ext uri="{0D108BD9-81ED-4DB2-BD59-A6C34878D82A}">
                    <a16:rowId xmlns:a16="http://schemas.microsoft.com/office/drawing/2014/main" val="1124330021"/>
                  </a:ext>
                </a:extLst>
              </a:tr>
              <a:tr h="12235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least one true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&lt; 10 or age &gt; 18</a:t>
                      </a:r>
                    </a:p>
                  </a:txBody>
                  <a:tcPr marL="82829" marR="82829" marT="41415" marB="41415" anchor="ctr"/>
                </a:tc>
                <a:extLst>
                  <a:ext uri="{0D108BD9-81ED-4DB2-BD59-A6C34878D82A}">
                    <a16:rowId xmlns:a16="http://schemas.microsoft.com/office/drawing/2014/main" val="2790046248"/>
                  </a:ext>
                </a:extLst>
              </a:tr>
              <a:tr h="727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Reverses truth</a:t>
                      </a:r>
                    </a:p>
                  </a:txBody>
                  <a:tcPr marL="82829" marR="82829" marT="41415" marB="4141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age == 16</a:t>
                      </a:r>
                    </a:p>
                  </a:txBody>
                  <a:tcPr marL="82829" marR="82829" marT="41415" marB="41415" anchor="ctr"/>
                </a:tc>
                <a:extLst>
                  <a:ext uri="{0D108BD9-81ED-4DB2-BD59-A6C34878D82A}">
                    <a16:rowId xmlns:a16="http://schemas.microsoft.com/office/drawing/2014/main" val="3536610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5436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C5DE7-60D7-EBBB-89E4-B5AD8739C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altLang="en-US" sz="4800" b="1" dirty="0">
                <a:latin typeface="Arial" panose="020B0604020202020204" pitchFamily="34" charset="0"/>
              </a:rPr>
              <a:t>Code‑Along: Logical</a:t>
            </a:r>
            <a:endParaRPr lang="en-GB" sz="4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1D7249-BCFE-96D5-CE89-D427A385E8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3017522"/>
            <a:ext cx="10346268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code: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 err="1">
                <a:latin typeface="Arial Unicode MS"/>
              </a:rPr>
              <a:t>logged_in</a:t>
            </a:r>
            <a:r>
              <a:rPr lang="en-GB" altLang="en-US" sz="2400" dirty="0">
                <a:latin typeface="Arial Unicode MS"/>
              </a:rPr>
              <a:t> = True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>
                <a:latin typeface="Arial Unicode MS"/>
              </a:rPr>
              <a:t>admin = False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>
                <a:latin typeface="Arial Unicode MS"/>
              </a:rPr>
              <a:t>print(</a:t>
            </a:r>
            <a:r>
              <a:rPr lang="en-GB" altLang="en-US" sz="2400" dirty="0" err="1">
                <a:latin typeface="Arial Unicode MS"/>
              </a:rPr>
              <a:t>logged_in</a:t>
            </a:r>
            <a:r>
              <a:rPr lang="en-GB" altLang="en-US" sz="2400" dirty="0">
                <a:latin typeface="Arial Unicode MS"/>
              </a:rPr>
              <a:t> and admin)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>
                <a:latin typeface="Arial Unicode MS"/>
              </a:rPr>
              <a:t>print(</a:t>
            </a:r>
            <a:r>
              <a:rPr lang="en-GB" altLang="en-US" sz="2400" dirty="0" err="1">
                <a:latin typeface="Arial Unicode MS"/>
              </a:rPr>
              <a:t>logged_in</a:t>
            </a:r>
            <a:r>
              <a:rPr lang="en-GB" altLang="en-US" sz="2400" dirty="0">
                <a:latin typeface="Arial Unicode MS"/>
              </a:rPr>
              <a:t> or admin)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400" dirty="0">
                <a:latin typeface="Arial Unicode MS"/>
              </a:rPr>
              <a:t>print(not admin)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132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9FD5E-6FB9-3E27-2413-0C09FA56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br>
              <a:rPr lang="en-GB" sz="2800" b="1"/>
            </a:br>
            <a:r>
              <a:rPr lang="en-GB" sz="2800" b="1"/>
              <a:t>Assignment Operators</a:t>
            </a:r>
            <a:br>
              <a:rPr lang="en-GB" sz="2800" b="1"/>
            </a:br>
            <a:endParaRPr lang="en-GB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3884-91EB-10BD-9AA5-EBD98E5A2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Used to store or update values.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A471D6-E13B-483A-89BC-40E802396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675459"/>
              </p:ext>
            </p:extLst>
          </p:nvPr>
        </p:nvGraphicFramePr>
        <p:xfrm>
          <a:off x="761559" y="2952778"/>
          <a:ext cx="7399801" cy="368677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877561">
                  <a:extLst>
                    <a:ext uri="{9D8B030D-6E8A-4147-A177-3AD203B41FA5}">
                      <a16:colId xmlns:a16="http://schemas.microsoft.com/office/drawing/2014/main" val="2961026927"/>
                    </a:ext>
                  </a:extLst>
                </a:gridCol>
                <a:gridCol w="3663086">
                  <a:extLst>
                    <a:ext uri="{9D8B030D-6E8A-4147-A177-3AD203B41FA5}">
                      <a16:colId xmlns:a16="http://schemas.microsoft.com/office/drawing/2014/main" val="1594611710"/>
                    </a:ext>
                  </a:extLst>
                </a:gridCol>
                <a:gridCol w="1859154">
                  <a:extLst>
                    <a:ext uri="{9D8B030D-6E8A-4147-A177-3AD203B41FA5}">
                      <a16:colId xmlns:a16="http://schemas.microsoft.com/office/drawing/2014/main" val="3895742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4058191461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= 5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236993582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and 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+= 2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3314059055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Subtract and 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-= 1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768093083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Multiply and 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*= 3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3982754116"/>
                  </a:ext>
                </a:extLst>
              </a:tr>
              <a:tr h="625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/=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Divide and assign</a:t>
                      </a:r>
                    </a:p>
                  </a:txBody>
                  <a:tcPr marL="0" marR="83095" marT="33238" marB="2492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cap="none" spc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/= 2</a:t>
                      </a:r>
                    </a:p>
                  </a:txBody>
                  <a:tcPr marL="0" marR="83095" marT="33238" marB="249286" anchor="ctr"/>
                </a:tc>
                <a:extLst>
                  <a:ext uri="{0D108BD9-81ED-4DB2-BD59-A6C34878D82A}">
                    <a16:rowId xmlns:a16="http://schemas.microsoft.com/office/drawing/2014/main" val="68272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620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C091-8821-499F-1983-3978D5D4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833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I</a:t>
            </a:r>
            <a:br>
              <a:rPr lang="en-GB" b="1" dirty="0"/>
            </a:br>
            <a:r>
              <a:rPr lang="en-GB" b="1" dirty="0"/>
              <a:t>Identity Operators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3E22B-E39A-CAC3-4DD1-59E965C72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Check if two variables refer to the </a:t>
            </a:r>
            <a:r>
              <a:rPr lang="en-GB" b="1" dirty="0"/>
              <a:t>same object</a:t>
            </a:r>
            <a:r>
              <a:rPr lang="en-GB" dirty="0"/>
              <a:t>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B4CA4D-4E60-72A7-0257-4A6EC759F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631695"/>
              </p:ext>
            </p:extLst>
          </p:nvPr>
        </p:nvGraphicFramePr>
        <p:xfrm>
          <a:off x="838200" y="2538484"/>
          <a:ext cx="10515600" cy="41898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530130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13340368"/>
                    </a:ext>
                  </a:extLst>
                </a:gridCol>
              </a:tblGrid>
              <a:tr h="1396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021741"/>
                  </a:ext>
                </a:extLst>
              </a:tr>
              <a:tr h="1396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36596"/>
                  </a:ext>
                </a:extLst>
              </a:tr>
              <a:tr h="1396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same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441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9448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C3BC97-AB7C-2921-057A-4F0BEB46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altLang="en-US" sz="3200" b="1" dirty="0">
                <a:solidFill>
                  <a:srgbClr val="FFFFFF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sz="3200" dirty="0">
                <a:solidFill>
                  <a:srgbClr val="FFFFFF"/>
                </a:solidFill>
                <a:latin typeface="Arial" panose="020B0604020202020204" pitchFamily="34" charset="0"/>
              </a:rPr>
              <a:t>:</a:t>
            </a:r>
            <a:br>
              <a:rPr lang="en-US" altLang="en-US" sz="3200" dirty="0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3200" dirty="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3B9721-C92C-F4BA-C4C9-012A2B153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6301" y="2308124"/>
            <a:ext cx="5025735" cy="36735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code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= [1, 2]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b = 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print(a is b)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True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" descr="Processor">
            <a:extLst>
              <a:ext uri="{FF2B5EF4-FFF2-40B4-BE49-F238E27FC236}">
                <a16:creationId xmlns:a16="http://schemas.microsoft.com/office/drawing/2014/main" id="{C37AAEBC-890F-AD75-DBAE-B14BD4A211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3191" y="2308124"/>
            <a:ext cx="3673576" cy="367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727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23DA84-0E8B-48DD-A193-DA919566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pPr algn="ctr"/>
            <a:br>
              <a:rPr lang="en-GB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Membership Operators</a:t>
            </a:r>
            <a:br>
              <a:rPr lang="en-GB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33AE6-915F-594F-5CB1-641F13CFC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52" y="1630869"/>
            <a:ext cx="5025735" cy="325894"/>
          </a:xfrm>
        </p:spPr>
        <p:txBody>
          <a:bodyPr>
            <a:normAutofit fontScale="92500" lnSpcReduction="10000"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Check if a value is inside a sequence.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7A676-2D49-63AD-7379-AB2F860FC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312031"/>
              </p:ext>
            </p:extLst>
          </p:nvPr>
        </p:nvGraphicFramePr>
        <p:xfrm>
          <a:off x="750628" y="2322685"/>
          <a:ext cx="10918208" cy="2212629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5508463">
                  <a:extLst>
                    <a:ext uri="{9D8B030D-6E8A-4147-A177-3AD203B41FA5}">
                      <a16:colId xmlns:a16="http://schemas.microsoft.com/office/drawing/2014/main" val="813900900"/>
                    </a:ext>
                  </a:extLst>
                </a:gridCol>
                <a:gridCol w="5409745">
                  <a:extLst>
                    <a:ext uri="{9D8B030D-6E8A-4147-A177-3AD203B41FA5}">
                      <a16:colId xmlns:a16="http://schemas.microsoft.com/office/drawing/2014/main" val="3477823910"/>
                    </a:ext>
                  </a:extLst>
                </a:gridCol>
              </a:tblGrid>
              <a:tr h="9278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b="1" cap="none" spc="0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b="1" cap="none" spc="0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036900"/>
                  </a:ext>
                </a:extLst>
              </a:tr>
              <a:tr h="642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in</a:t>
                      </a:r>
                      <a:endParaRPr lang="en-GB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cap="none" spc="0">
                          <a:solidFill>
                            <a:schemeClr val="tx1"/>
                          </a:solidFill>
                        </a:rPr>
                        <a:t>Value exists</a:t>
                      </a: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18375"/>
                  </a:ext>
                </a:extLst>
              </a:tr>
              <a:tr h="642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not in</a:t>
                      </a:r>
                      <a:endParaRPr lang="en-GB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100" cap="none" spc="0" dirty="0">
                          <a:solidFill>
                            <a:schemeClr val="tx1"/>
                          </a:solidFill>
                        </a:rPr>
                        <a:t>Value does not exist</a:t>
                      </a:r>
                    </a:p>
                  </a:txBody>
                  <a:tcPr marL="182490" marR="140377" marT="140377" marB="1403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4003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A38946-B1EA-3CCA-5CA5-AB1BE59EAC9A}"/>
              </a:ext>
            </a:extLst>
          </p:cNvPr>
          <p:cNvSpPr txBox="1"/>
          <p:nvPr/>
        </p:nvSpPr>
        <p:spPr>
          <a:xfrm>
            <a:off x="750628" y="5086150"/>
            <a:ext cx="610054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b="1" dirty="0"/>
              <a:t>Example 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print("a" in "cat")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11400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616929-5E2D-07AD-E682-5A6664D2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pPr algn="ctr"/>
            <a:r>
              <a:rPr lang="en-GB" sz="3200" b="1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305EC-F175-64A7-FD56-FAECF2A42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716" y="1592608"/>
            <a:ext cx="7516065" cy="29111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CFC889A2-854C-9301-7613-A16E13A82F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13191" y="2308124"/>
            <a:ext cx="3673576" cy="3673576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8B257E16-379F-413E-0AEC-79A95CE8B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42" y="1763212"/>
            <a:ext cx="751606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instead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comparisons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Forgetting that / gives a float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instead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numbers/strings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Mixing up and/or logic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in on the wrong data type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550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212A1E-A764-0172-F60C-3651C210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br>
              <a:rPr lang="en-GB" sz="2200" b="1" dirty="0">
                <a:solidFill>
                  <a:srgbClr val="FFFFFF"/>
                </a:solidFill>
              </a:rPr>
            </a:br>
            <a:r>
              <a:rPr lang="en-GB" sz="2200" b="1" dirty="0">
                <a:solidFill>
                  <a:srgbClr val="FFFFFF"/>
                </a:solidFill>
              </a:rPr>
              <a:t>Summary</a:t>
            </a:r>
            <a:br>
              <a:rPr lang="en-GB" sz="2200" b="1" dirty="0">
                <a:solidFill>
                  <a:srgbClr val="FFFFFF"/>
                </a:solidFill>
              </a:rPr>
            </a:br>
            <a:endParaRPr lang="en-GB" sz="2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A84-FA77-29A5-8C19-404479DBC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1" y="2308124"/>
            <a:ext cx="5025735" cy="3673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Students should now understand:</a:t>
            </a:r>
          </a:p>
          <a:p>
            <a:pPr lvl="1"/>
            <a:r>
              <a:rPr lang="en-GB" sz="2000" dirty="0"/>
              <a:t>All operator types</a:t>
            </a:r>
          </a:p>
          <a:p>
            <a:pPr lvl="1"/>
            <a:r>
              <a:rPr lang="en-GB" sz="2000" dirty="0"/>
              <a:t>How to use them in code</a:t>
            </a:r>
          </a:p>
          <a:p>
            <a:pPr lvl="1"/>
            <a:r>
              <a:rPr lang="en-GB" sz="2000" dirty="0"/>
              <a:t>How to avoid common errors</a:t>
            </a:r>
          </a:p>
          <a:p>
            <a:endParaRPr lang="en-GB" sz="2000" dirty="0"/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FFBB80E9-FF67-F932-B94D-B1E3B5C62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13191" y="2308124"/>
            <a:ext cx="3673576" cy="367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43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387A-F804-B3D6-A92F-48769A8C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573207"/>
            <a:ext cx="5479719" cy="1146412"/>
          </a:xfrm>
        </p:spPr>
        <p:txBody>
          <a:bodyPr anchor="b">
            <a:normAutofit fontScale="90000"/>
          </a:bodyPr>
          <a:lstStyle/>
          <a:p>
            <a:br>
              <a:rPr lang="en-GB" sz="3200" b="1" dirty="0"/>
            </a:br>
            <a:br>
              <a:rPr lang="en-GB" sz="3200" b="1" dirty="0"/>
            </a:br>
            <a:br>
              <a:rPr lang="en-GB" sz="3200" b="1" dirty="0"/>
            </a:br>
            <a:br>
              <a:rPr lang="en-GB" sz="3200" b="1" dirty="0"/>
            </a:br>
            <a:r>
              <a:rPr lang="en-GB" sz="3200" b="1" dirty="0"/>
              <a:t>STUDENT WORKSHEET</a:t>
            </a:r>
            <a:br>
              <a:rPr lang="en-GB" sz="3200" b="1" dirty="0"/>
            </a:b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D82CB-EE8A-9298-2B6B-C08C4644F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86" y="2254013"/>
            <a:ext cx="7045729" cy="446068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Task 1 — Arithmetic Practice</a:t>
            </a:r>
          </a:p>
          <a:p>
            <a:pPr marL="0" indent="0">
              <a:buNone/>
            </a:pPr>
            <a:r>
              <a:rPr lang="en-GB" sz="2000" dirty="0"/>
              <a:t>Write code to calculate:</a:t>
            </a:r>
          </a:p>
          <a:p>
            <a:r>
              <a:rPr lang="en-GB" sz="2000" dirty="0"/>
              <a:t>The area of a rectangle (width × height)</a:t>
            </a:r>
          </a:p>
          <a:p>
            <a:r>
              <a:rPr lang="en-GB" sz="2000" dirty="0"/>
              <a:t>The remainder when 25 is divided by 4</a:t>
            </a:r>
          </a:p>
          <a:p>
            <a:r>
              <a:rPr lang="en-GB" sz="2000" dirty="0"/>
              <a:t>2 to the power of 5</a:t>
            </a:r>
          </a:p>
          <a:p>
            <a:pPr marL="0" indent="0">
              <a:buNone/>
            </a:pPr>
            <a:r>
              <a:rPr lang="en-GB" sz="2000" b="1" dirty="0"/>
              <a:t>Task 2 — Comparison</a:t>
            </a:r>
          </a:p>
          <a:p>
            <a:pPr marL="0" indent="0">
              <a:buNone/>
            </a:pPr>
            <a:r>
              <a:rPr lang="en-GB" sz="2000" dirty="0"/>
              <a:t>Write expressions that check:</a:t>
            </a:r>
          </a:p>
          <a:p>
            <a:r>
              <a:rPr lang="en-GB" sz="2000" dirty="0"/>
              <a:t>If a number is greater than 10</a:t>
            </a:r>
          </a:p>
          <a:p>
            <a:r>
              <a:rPr lang="en-GB" sz="2000" dirty="0"/>
              <a:t>If two variables are equal</a:t>
            </a:r>
          </a:p>
          <a:p>
            <a:r>
              <a:rPr lang="en-GB" sz="2000" dirty="0"/>
              <a:t>If age is NOT 18</a:t>
            </a:r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</p:txBody>
      </p:sp>
      <p:pic>
        <p:nvPicPr>
          <p:cNvPr id="5" name="Picture 4" descr="Pencil and answer-sheet">
            <a:extLst>
              <a:ext uri="{FF2B5EF4-FFF2-40B4-BE49-F238E27FC236}">
                <a16:creationId xmlns:a16="http://schemas.microsoft.com/office/drawing/2014/main" id="{39DD0F16-7262-FF02-A1F4-E624F3BA2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33" r="17344" b="-1"/>
          <a:stretch>
            <a:fillRect/>
          </a:stretch>
        </p:blipFill>
        <p:spPr>
          <a:xfrm>
            <a:off x="7270812" y="10"/>
            <a:ext cx="4921187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CE57D37-C2D0-066B-1AE3-6F4244344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24DCA44-89CF-872A-903F-96C50780E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0CC4F5-AC85-FFFA-7EB5-33C4FCE90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2298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512B-E6E7-2094-E59A-C1EC55CB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4809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Task 3 - Logical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7CB71-8146-1180-93BC-598A1BA8C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934"/>
            <a:ext cx="10515600" cy="516702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Create a program that checks:</a:t>
            </a:r>
          </a:p>
          <a:p>
            <a:r>
              <a:rPr lang="en-GB" dirty="0"/>
              <a:t>If a user is logged in </a:t>
            </a:r>
            <a:r>
              <a:rPr lang="en-GB" b="1" dirty="0"/>
              <a:t>and</a:t>
            </a:r>
            <a:r>
              <a:rPr lang="en-GB" dirty="0"/>
              <a:t> over 13</a:t>
            </a:r>
          </a:p>
          <a:p>
            <a:r>
              <a:rPr lang="en-GB" dirty="0"/>
              <a:t>If a user is admin </a:t>
            </a:r>
            <a:r>
              <a:rPr lang="en-GB" b="1" dirty="0"/>
              <a:t>or</a:t>
            </a:r>
            <a:r>
              <a:rPr lang="en-GB" dirty="0"/>
              <a:t> staff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Task 4 - Membership</a:t>
            </a:r>
          </a:p>
          <a:p>
            <a:pPr marL="0" indent="0">
              <a:buNone/>
            </a:pPr>
            <a:r>
              <a:rPr lang="en-GB" dirty="0"/>
              <a:t>Check if:</a:t>
            </a:r>
          </a:p>
          <a:p>
            <a:r>
              <a:rPr lang="en-GB" dirty="0"/>
              <a:t>"a" is in "banana"</a:t>
            </a:r>
          </a:p>
          <a:p>
            <a:r>
              <a:rPr lang="en-GB" dirty="0"/>
              <a:t>3 is in [1, 2, 3, 4]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88368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D29D-7F30-3C24-D94A-F9C55C84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593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TEACHER ANSWER KEY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4D25C-6645-E8C9-8239-5DEC46F76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Task 1</a:t>
            </a:r>
          </a:p>
          <a:p>
            <a:pPr marL="0" indent="0">
              <a:buNone/>
            </a:pPr>
            <a:r>
              <a:rPr lang="en-GB" b="1" dirty="0"/>
              <a:t>Python code: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width = 5 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height = 10 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print(width * height) 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print(25 % 4) </a:t>
            </a:r>
          </a:p>
          <a:p>
            <a:pPr marL="0" indent="0">
              <a:buNone/>
            </a:pPr>
            <a:r>
              <a:rPr lang="en-US" altLang="en-US" dirty="0">
                <a:latin typeface="Arial Unicode MS"/>
              </a:rPr>
              <a:t>print(2 ** 5)</a:t>
            </a:r>
            <a:endParaRPr lang="en-US" altLang="en-US" sz="5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CCA3530-CD8B-F93D-8BBA-678A7D041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3020900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315CF-1E74-1893-2CDF-6D9549CC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b="1" dirty="0"/>
              <a:t>Task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845B-F906-F1B0-2C48-B8F05DEAD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b="1" dirty="0"/>
              <a:t>Python code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num &gt; 10</a:t>
            </a:r>
          </a:p>
          <a:p>
            <a:pPr marL="0" indent="0">
              <a:buNone/>
            </a:pPr>
            <a:r>
              <a:rPr lang="pt-BR" sz="2000" dirty="0"/>
              <a:t>a == b</a:t>
            </a:r>
          </a:p>
          <a:p>
            <a:pPr marL="0" indent="0">
              <a:buNone/>
            </a:pPr>
            <a:r>
              <a:rPr lang="pt-BR" sz="2000" dirty="0"/>
              <a:t>age != 18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5" name="Picture 4" descr="A race between four rabbits and one tortoise and the tortoise is on the lead">
            <a:extLst>
              <a:ext uri="{FF2B5EF4-FFF2-40B4-BE49-F238E27FC236}">
                <a16:creationId xmlns:a16="http://schemas.microsoft.com/office/drawing/2014/main" id="{D065C9D8-2986-5E79-44A8-7698CAD3C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13" r="13207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052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D238D-A21F-7D22-BF51-1B2818C6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fontAlgn="base">
              <a:spcAft>
                <a:spcPct val="0"/>
              </a:spcAft>
            </a:pPr>
            <a:r>
              <a:rPr lang="en-US" altLang="en-US" sz="21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Task 3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code: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logged_in</a:t>
            </a: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= True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 = 14 print(</a:t>
            </a:r>
            <a:r>
              <a:rPr lang="en-US" alt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logged_in</a:t>
            </a: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and age &gt; 13)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admin = False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staff = True 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print(admin or staff)</a:t>
            </a:r>
            <a:br>
              <a:rPr lang="en-US" alt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056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337D2-CB78-26B1-BAB7-9F0C2C27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br>
              <a:rPr lang="en-US" altLang="en-US" sz="2800" b="1">
                <a:latin typeface="Arial" panose="020B0604020202020204" pitchFamily="34" charset="0"/>
              </a:rPr>
            </a:br>
            <a:r>
              <a:rPr lang="en-US" altLang="en-US" sz="2800" b="1">
                <a:latin typeface="Arial" panose="020B0604020202020204" pitchFamily="34" charset="0"/>
              </a:rPr>
              <a:t>Task 4</a:t>
            </a:r>
            <a:br>
              <a:rPr lang="en-US" altLang="en-US" sz="2800" b="1">
                <a:latin typeface="Arial" panose="020B0604020202020204" pitchFamily="34" charset="0"/>
              </a:rPr>
            </a:br>
            <a:endParaRPr lang="en-GB" sz="28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D58B9C-7F31-23A0-7566-4EAD1ED718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8362"/>
            <a:ext cx="4958966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code: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print("a" in "banana")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print(3 in [1, 2, 3, 4])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Programmer">
            <a:extLst>
              <a:ext uri="{FF2B5EF4-FFF2-40B4-BE49-F238E27FC236}">
                <a16:creationId xmlns:a16="http://schemas.microsoft.com/office/drawing/2014/main" id="{60678E9A-5D9B-C222-EFE6-44ACE8568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383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45670-BACE-3D3A-ECBB-4A62CB816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br>
              <a:rPr lang="en-GB" sz="2800" b="1" dirty="0"/>
            </a:br>
            <a:r>
              <a:rPr lang="en-GB" sz="2800" b="1" dirty="0"/>
              <a:t>MINI‑QUIZ (5 Questions)</a:t>
            </a:r>
            <a:br>
              <a:rPr lang="en-GB" sz="2800" b="1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A485A-64CE-E499-FA3A-CB6247738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8362"/>
            <a:ext cx="6246405" cy="391777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What does the % operator do?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What is the result of 5 == "5"?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Which operator checks membership?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What does and require to be True?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What is the difference between = and ==?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7" name="Graphic 6" descr="Circular Flowchart">
            <a:extLst>
              <a:ext uri="{FF2B5EF4-FFF2-40B4-BE49-F238E27FC236}">
                <a16:creationId xmlns:a16="http://schemas.microsoft.com/office/drawing/2014/main" id="{3F0D1C27-81FC-A8C6-FCA1-ABAD4FD4A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887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9EC2F-08EE-0811-7240-FA542B83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24" y="54360"/>
            <a:ext cx="9392421" cy="1330841"/>
          </a:xfrm>
        </p:spPr>
        <p:txBody>
          <a:bodyPr>
            <a:normAutofit/>
          </a:bodyPr>
          <a:lstStyle/>
          <a:p>
            <a:br>
              <a:rPr lang="en-GB" sz="2800" b="1"/>
            </a:br>
            <a:r>
              <a:rPr lang="en-GB" sz="2800" b="1"/>
              <a:t>🧠 CHEAT SHEET (STUDENT‑FRIENDLY)</a:t>
            </a:r>
            <a:br>
              <a:rPr lang="en-GB" sz="2800" b="1"/>
            </a:br>
            <a:endParaRPr lang="en-GB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BA770-E979-2AB0-908A-D465389FB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GB" sz="2000" b="1" dirty="0"/>
              <a:t>Arithmetic: + - * / // % **</a:t>
            </a:r>
          </a:p>
          <a:p>
            <a:r>
              <a:rPr lang="en-GB" sz="2000" b="1" dirty="0"/>
              <a:t>Comparison: == != &gt; &lt; &gt;= &lt;=</a:t>
            </a:r>
          </a:p>
          <a:p>
            <a:r>
              <a:rPr lang="en-GB" sz="2000" b="1" dirty="0"/>
              <a:t>Logical: and or not</a:t>
            </a:r>
          </a:p>
          <a:p>
            <a:r>
              <a:rPr lang="en-GB" sz="2000" b="1" dirty="0"/>
              <a:t>Assignment: = += -= *= /=</a:t>
            </a:r>
          </a:p>
          <a:p>
            <a:r>
              <a:rPr lang="en-GB" sz="2000" b="1" dirty="0"/>
              <a:t>Identity: is, is not</a:t>
            </a:r>
          </a:p>
          <a:p>
            <a:r>
              <a:rPr lang="en-GB" sz="2000" b="1" dirty="0"/>
              <a:t>Membership: in, not in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7" name="Graphic 6" descr="Mathematics">
            <a:extLst>
              <a:ext uri="{FF2B5EF4-FFF2-40B4-BE49-F238E27FC236}">
                <a16:creationId xmlns:a16="http://schemas.microsoft.com/office/drawing/2014/main" id="{7BAC181B-EA09-E9CB-E5C7-315F10E7D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286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A64F7-3C3F-265F-D3B4-97EA80E5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GB" sz="2800" b="1" dirty="0">
                <a:solidFill>
                  <a:srgbClr val="FFFFFF"/>
                </a:solidFill>
              </a:rPr>
              <a:t>Module 4: Conditional Statements</a:t>
            </a:r>
            <a:br>
              <a:rPr lang="en-GB" sz="2800" b="1" dirty="0">
                <a:solidFill>
                  <a:srgbClr val="FFFFFF"/>
                </a:solidFill>
              </a:rPr>
            </a:br>
            <a:endParaRPr lang="en-GB" sz="28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04380B-91B5-5BF3-573B-3895253B8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389414"/>
              </p:ext>
            </p:extLst>
          </p:nvPr>
        </p:nvGraphicFramePr>
        <p:xfrm>
          <a:off x="122830" y="2112579"/>
          <a:ext cx="11900848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63679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A3C6A-44B8-7DF0-7EF8-495D97A0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 sz="3700" b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 Objectives</a:t>
            </a:r>
            <a:br>
              <a:rPr lang="en-GB" sz="3700" b="1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GB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68524-C0C9-25AC-3CA2-6FBBED06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By the end of this module, learners will be able to: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Understand how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if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elif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, and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else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control program flow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Write programs that make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decisions</a:t>
            </a:r>
            <a:endParaRPr lang="en-GB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Build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nested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 conditional structures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Apply conditions to </a:t>
            </a:r>
            <a:r>
              <a:rPr lang="en-GB" sz="2000" b="1">
                <a:solidFill>
                  <a:schemeClr val="tx1">
                    <a:lumMod val="85000"/>
                    <a:lumOff val="15000"/>
                  </a:schemeClr>
                </a:solidFill>
              </a:rPr>
              <a:t>real‑world scenarios</a:t>
            </a:r>
            <a:endParaRPr lang="en-GB" sz="2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Solve exercises and complete coding challenges</a:t>
            </a:r>
          </a:p>
          <a:p>
            <a:pPr marL="0" indent="0">
              <a:buNone/>
            </a:pPr>
            <a:endParaRPr lang="en-GB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98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4EFE4-D35D-0473-ADC7-E323D16E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What Are Conditional Statements?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293CF-AAF7-5127-3269-7FD6AAE6D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Conditional statements let programs </a:t>
            </a:r>
            <a:r>
              <a:rPr lang="en-GB" sz="2400" b="1" dirty="0"/>
              <a:t>choose</a:t>
            </a:r>
            <a:r>
              <a:rPr lang="en-GB" sz="2400" dirty="0"/>
              <a:t> what to do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They evaluate </a:t>
            </a:r>
            <a:r>
              <a:rPr lang="en-GB" sz="2400" b="1" dirty="0"/>
              <a:t>Boolean expressions</a:t>
            </a:r>
            <a:r>
              <a:rPr lang="en-GB" sz="2400" dirty="0"/>
              <a:t> (True/False)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They allow branching logic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Foundation of decision‑making in programming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717605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5783D-5C39-3747-FDD2-56FC7054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if Statement</a:t>
            </a:r>
            <a:br>
              <a:rPr lang="en-US" alt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6AC35D-C523-410B-4809-448595D246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558" y="2217343"/>
            <a:ext cx="1047688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condition: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code runs only if the condition is True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points: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Runs once when the condition is True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Indentation matters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Condition must evaluate to True/False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6806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E1FF86-9DDA-4CC9-F453-24731E5F7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altLang="en-US"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sz="34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lang="en-US" altLang="en-US"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br>
              <a:rPr lang="en-US" altLang="en-US"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400" dirty="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3A860D-5941-64A7-DE20-181BADA122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condition1: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….. ...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condition2: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……...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when: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You need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mutually exclusive checks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Only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first True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block runs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0623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53068B-FF40-24D3-57FA-47CE08B9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2800" b="1">
                <a:solidFill>
                  <a:schemeClr val="bg1"/>
                </a:solidFill>
                <a:latin typeface="Arial Unicode MS"/>
              </a:rPr>
              <a:t>else</a:t>
            </a:r>
            <a:r>
              <a:rPr lang="en-US" altLang="en-US" sz="2800" b="1">
                <a:solidFill>
                  <a:schemeClr val="bg1"/>
                </a:solidFill>
              </a:rPr>
              <a:t> Statement</a:t>
            </a:r>
            <a:br>
              <a:rPr lang="en-US" altLang="en-US" sz="2800" b="1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C829B-D325-92B0-3F5A-55E9AB13A6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5548" y="2217343"/>
            <a:ext cx="9880893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condition: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... ….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……..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..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when: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You want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fallback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Runs only when all previous conditions are False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4085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114957-B549-2C1A-0F05-E9C9F85F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b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Example</a:t>
            </a:r>
            <a:b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5600">
              <a:solidFill>
                <a:srgbClr val="FFFFFF"/>
              </a:solidFill>
            </a:endParaRP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C14EA3-0BE4-8832-4245-3CB44C62A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= 16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age &gt;= 18: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print("Adult")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elif age &gt;= 13: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print("Teenager")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print("Child")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Checks 18+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not, checks 13–17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Otherwise → Child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365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87A3F7-EA28-374C-60FF-FB966F68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Nested Conditions</a:t>
            </a:r>
            <a:b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D1A8-E549-BF5F-CD75-65928033B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37" y="2181360"/>
            <a:ext cx="11186566" cy="4640657"/>
          </a:xfrm>
        </p:spPr>
        <p:txBody>
          <a:bodyPr>
            <a:normAutofit/>
          </a:bodyPr>
          <a:lstStyle/>
          <a:p>
            <a:r>
              <a:rPr lang="en-GB" sz="1700" b="1" dirty="0"/>
              <a:t>Definition</a:t>
            </a:r>
            <a:r>
              <a:rPr lang="en-GB" sz="1700" dirty="0"/>
              <a:t>: A conditional </a:t>
            </a:r>
            <a:r>
              <a:rPr lang="en-GB" sz="1700" b="1" dirty="0"/>
              <a:t>inside</a:t>
            </a:r>
            <a:r>
              <a:rPr lang="en-GB" sz="1700" dirty="0"/>
              <a:t> another conditional.</a:t>
            </a:r>
          </a:p>
          <a:p>
            <a:pPr marL="0" indent="0">
              <a:buNone/>
            </a:pPr>
            <a:r>
              <a:rPr lang="en-GB" sz="1700" dirty="0"/>
              <a:t>if </a:t>
            </a:r>
            <a:r>
              <a:rPr lang="en-GB" sz="1700" dirty="0" err="1"/>
              <a:t>logged_in</a:t>
            </a:r>
            <a:r>
              <a:rPr lang="en-GB" sz="1700" dirty="0"/>
              <a:t>:</a:t>
            </a:r>
          </a:p>
          <a:p>
            <a:pPr marL="0" indent="0">
              <a:buNone/>
            </a:pPr>
            <a:r>
              <a:rPr lang="en-GB" sz="1700" dirty="0"/>
              <a:t>    if </a:t>
            </a:r>
            <a:r>
              <a:rPr lang="en-GB" sz="1700" dirty="0" err="1"/>
              <a:t>is_admin</a:t>
            </a:r>
            <a:r>
              <a:rPr lang="en-GB" sz="1700" dirty="0"/>
              <a:t>:</a:t>
            </a:r>
          </a:p>
          <a:p>
            <a:pPr marL="0" indent="0">
              <a:buNone/>
            </a:pPr>
            <a:r>
              <a:rPr lang="en-GB" sz="1700" dirty="0"/>
              <a:t>        print("Welcome, admin")</a:t>
            </a:r>
          </a:p>
          <a:p>
            <a:pPr marL="0" indent="0">
              <a:buNone/>
            </a:pPr>
            <a:r>
              <a:rPr lang="en-GB" sz="1700" dirty="0"/>
              <a:t>    else:</a:t>
            </a:r>
          </a:p>
          <a:p>
            <a:pPr marL="0" indent="0">
              <a:buNone/>
            </a:pPr>
            <a:r>
              <a:rPr lang="en-GB" sz="1700" dirty="0"/>
              <a:t>        print("Welcome, user")</a:t>
            </a:r>
          </a:p>
          <a:p>
            <a:pPr marL="0" indent="0">
              <a:buNone/>
            </a:pPr>
            <a:r>
              <a:rPr lang="en-GB" sz="1700" dirty="0"/>
              <a:t>else:</a:t>
            </a:r>
          </a:p>
          <a:p>
            <a:pPr marL="0" indent="0">
              <a:buNone/>
            </a:pPr>
            <a:r>
              <a:rPr lang="en-GB" sz="1700" dirty="0"/>
              <a:t>    print("Please log in")</a:t>
            </a:r>
          </a:p>
          <a:p>
            <a:pPr marL="0" indent="0">
              <a:buNone/>
            </a:pPr>
            <a:endParaRPr lang="en-GB" sz="1700" dirty="0"/>
          </a:p>
          <a:p>
            <a:r>
              <a:rPr lang="en-GB" sz="1700" b="1" dirty="0"/>
              <a:t>Use when:</a:t>
            </a:r>
          </a:p>
          <a:p>
            <a:pPr lvl="1"/>
            <a:r>
              <a:rPr lang="en-GB" sz="1700" dirty="0"/>
              <a:t>Decisions depend on </a:t>
            </a:r>
            <a:r>
              <a:rPr lang="en-GB" sz="1700" b="1" dirty="0"/>
              <a:t>multiple layers</a:t>
            </a:r>
            <a:endParaRPr lang="en-GB" sz="1700" dirty="0"/>
          </a:p>
          <a:p>
            <a:pPr lvl="1"/>
            <a:r>
              <a:rPr lang="en-GB" sz="1700" dirty="0"/>
              <a:t>You need more specific logic inside a broader condition</a:t>
            </a:r>
          </a:p>
          <a:p>
            <a:pPr marL="0" indent="0">
              <a:buNone/>
            </a:pP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37450807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6156A-1DBE-645C-610F-79104589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br>
              <a:rPr lang="en-GB" sz="3400" b="1">
                <a:solidFill>
                  <a:schemeClr val="bg1"/>
                </a:solidFill>
              </a:rPr>
            </a:br>
            <a:r>
              <a:rPr lang="en-GB" sz="3400" b="1">
                <a:solidFill>
                  <a:schemeClr val="bg1"/>
                </a:solidFill>
              </a:rPr>
              <a:t>When to Use Nested vs. elif</a:t>
            </a:r>
            <a:br>
              <a:rPr lang="en-GB" sz="3400" b="1">
                <a:solidFill>
                  <a:schemeClr val="bg1"/>
                </a:solidFill>
              </a:rPr>
            </a:br>
            <a:endParaRPr lang="en-GB" sz="34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3312-1E55-C939-09B2-BDBA30E35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8" y="3100283"/>
            <a:ext cx="10595163" cy="398290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Use </a:t>
            </a:r>
            <a:r>
              <a:rPr lang="en-GB" sz="2400" b="1" dirty="0"/>
              <a:t>nested</a:t>
            </a:r>
            <a:r>
              <a:rPr lang="en-GB" sz="2400" dirty="0"/>
              <a:t> when: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One condition must be true before checking another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Example: “If logged in → then check role”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Use </a:t>
            </a:r>
            <a:r>
              <a:rPr lang="en-GB" sz="2400" b="1" dirty="0" err="1"/>
              <a:t>elif</a:t>
            </a:r>
            <a:r>
              <a:rPr lang="en-GB" sz="2400" dirty="0"/>
              <a:t> when: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Conditions are </a:t>
            </a:r>
            <a:r>
              <a:rPr lang="en-GB" b="1" dirty="0"/>
              <a:t>alternatives</a:t>
            </a:r>
            <a:endParaRPr lang="en-GB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Example: “If age &lt; 13, </a:t>
            </a:r>
            <a:r>
              <a:rPr lang="en-GB" dirty="0" err="1"/>
              <a:t>elif</a:t>
            </a:r>
            <a:r>
              <a:rPr lang="en-GB" dirty="0"/>
              <a:t> &lt; 18, else adult”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813069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8DE78E-D195-437A-103C-9999ABC9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6" y="649675"/>
            <a:ext cx="4767571" cy="777148"/>
          </a:xfrm>
        </p:spPr>
        <p:txBody>
          <a:bodyPr anchor="t">
            <a:norm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Real‑World Example: Login 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124481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Lock">
            <a:extLst>
              <a:ext uri="{FF2B5EF4-FFF2-40B4-BE49-F238E27FC236}">
                <a16:creationId xmlns:a16="http://schemas.microsoft.com/office/drawing/2014/main" id="{5593BCBA-FCB5-C308-F292-0B736FA27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557" y="1687225"/>
            <a:ext cx="4284420" cy="42844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48525-AA8F-2DBE-D8B1-8EA1BE2C0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874" y="1472542"/>
            <a:ext cx="5604678" cy="5173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username = "admin"</a:t>
            </a:r>
          </a:p>
          <a:p>
            <a:pPr marL="0" indent="0">
              <a:buNone/>
            </a:pPr>
            <a:r>
              <a:rPr lang="en-GB" sz="2400" dirty="0"/>
              <a:t>password = "1234"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if username == "admin":</a:t>
            </a:r>
          </a:p>
          <a:p>
            <a:pPr marL="0" indent="0">
              <a:buNone/>
            </a:pPr>
            <a:r>
              <a:rPr lang="en-GB" sz="2400" dirty="0"/>
              <a:t>    if password == "1234":</a:t>
            </a:r>
          </a:p>
          <a:p>
            <a:pPr marL="0" indent="0">
              <a:buNone/>
            </a:pPr>
            <a:r>
              <a:rPr lang="en-GB" sz="2400" dirty="0"/>
              <a:t>        print("Access granted")</a:t>
            </a:r>
          </a:p>
          <a:p>
            <a:pPr marL="0" indent="0">
              <a:buNone/>
            </a:pPr>
            <a:r>
              <a:rPr lang="en-GB" sz="2400" dirty="0"/>
              <a:t>    else:</a:t>
            </a:r>
          </a:p>
          <a:p>
            <a:pPr marL="0" indent="0">
              <a:buNone/>
            </a:pPr>
            <a:r>
              <a:rPr lang="en-GB" sz="2400" dirty="0"/>
              <a:t>        print("Incorrect password")</a:t>
            </a:r>
          </a:p>
          <a:p>
            <a:pPr marL="0" indent="0">
              <a:buNone/>
            </a:pPr>
            <a:r>
              <a:rPr lang="en-GB" sz="2400" dirty="0"/>
              <a:t>else:</a:t>
            </a:r>
          </a:p>
          <a:p>
            <a:pPr marL="0" indent="0">
              <a:buNone/>
            </a:pPr>
            <a:r>
              <a:rPr lang="en-GB" sz="2400" dirty="0"/>
              <a:t>    print("Unknown user")</a:t>
            </a:r>
          </a:p>
          <a:p>
            <a:endParaRPr lang="en-GB" sz="2400" dirty="0"/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2EC8F09E-E7BC-ADFE-51E4-2B3E93399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07" y="1924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134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AB686-24A7-9792-C94A-84503FFD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Real‑World Example: Discount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A272D-D74D-4795-7045-7138F0BC4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60" y="2421682"/>
            <a:ext cx="5536590" cy="4263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total = 120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if total &gt;= 100: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print("20% discount applied")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</a:rPr>
              <a:t>elif</a:t>
            </a:r>
            <a:r>
              <a:rPr lang="en-GB" sz="1800" dirty="0">
                <a:solidFill>
                  <a:schemeClr val="tx2"/>
                </a:solidFill>
              </a:rPr>
              <a:t> total &gt;= 50: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print("10% discount applied")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else: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print("No discount")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Ruble">
            <a:extLst>
              <a:ext uri="{FF2B5EF4-FFF2-40B4-BE49-F238E27FC236}">
                <a16:creationId xmlns:a16="http://schemas.microsoft.com/office/drawing/2014/main" id="{ACF338B3-1D4D-5FBC-8AA1-AA69008A20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938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76C9E-D226-E391-A329-C4C08CD3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Real‑World Example: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2A200-10B9-E6D0-E934-CFF0BC970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3" y="2415756"/>
            <a:ext cx="5391412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light = "yellow"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if light == "green":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print("Go")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</a:rPr>
              <a:t>elif</a:t>
            </a:r>
            <a:r>
              <a:rPr lang="en-GB" sz="1800" dirty="0">
                <a:solidFill>
                  <a:schemeClr val="tx2"/>
                </a:solidFill>
              </a:rPr>
              <a:t> light == "yellow":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print("Slow down")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else: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    print("Stop")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Traffic Light">
            <a:extLst>
              <a:ext uri="{FF2B5EF4-FFF2-40B4-BE49-F238E27FC236}">
                <a16:creationId xmlns:a16="http://schemas.microsoft.com/office/drawing/2014/main" id="{30015E57-5D2E-03C3-43E4-B29A174A36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29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DDA54F-4057-5F3C-6AB3-8AF44B10BD3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26DDA-2B9A-13DC-D4D6-574B2D71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3354"/>
            <a:ext cx="10515600" cy="779463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Exercises &amp;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231DA2-F796-20A8-681F-CCFF9F579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5214295"/>
              </p:ext>
            </p:extLst>
          </p:nvPr>
        </p:nvGraphicFramePr>
        <p:xfrm>
          <a:off x="95544" y="1825625"/>
          <a:ext cx="1200091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09001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7C9D9-1DC5-D166-B223-EE020F37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br>
              <a:rPr lang="en-GB" b="1">
                <a:solidFill>
                  <a:srgbClr val="FFFFFF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Exercise 2: Grade Checker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279E-6F31-07B9-D866-9896CBBB5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Input: score (0–100) Output: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90–100 → A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80–89 → B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70–79 → C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60–69 → 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Else → F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7227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91751-2D1A-A5F5-5FDE-9F7B1450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Exercise 3: Nested Login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68289-1C46-62EB-D56F-5C47DA688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Requirements: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Ask for username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If correct → ask for password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If both correct → print “Welcome!”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Otherwise → print error message</a:t>
            </a:r>
          </a:p>
          <a:p>
            <a:endParaRPr lang="en-GB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6696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C8A67-6B98-D086-487B-F256037A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Challenge 1: ATM Menu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6636C-668D-7E5D-785F-F5138E0A3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464" y="1526033"/>
            <a:ext cx="6780087" cy="393528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Create a program that: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Shows menu: balance, deposit, withdraw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Uses nested conditions to validate actions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Prevents withdrawing more than balance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90827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642B4-89A0-5C20-0F39-91E9DEE1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pPr algn="ctr"/>
            <a:br>
              <a:rPr lang="en-GB" sz="2800" b="1" dirty="0"/>
            </a:br>
            <a:r>
              <a:rPr lang="en-GB" sz="2800" b="1" dirty="0"/>
              <a:t>Challenge 2: Weather Assistant</a:t>
            </a:r>
            <a:br>
              <a:rPr lang="en-GB" sz="2800" b="1" dirty="0"/>
            </a:b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906CD-5E67-391E-CCC7-E2A97773DC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74" r="525" b="-2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6F9926-AAF5-6A33-4C6D-28AC60A3B7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128743"/>
              </p:ext>
            </p:extLst>
          </p:nvPr>
        </p:nvGraphicFramePr>
        <p:xfrm>
          <a:off x="399482" y="1825625"/>
          <a:ext cx="6325686" cy="4288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747749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ACB05-AD8D-CE89-7CF9-A86ED8D37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br>
              <a:rPr lang="en-GB" b="1">
                <a:solidFill>
                  <a:srgbClr val="FFFFFF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Summary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12296-7AE2-C610-D031-E8146090D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</a:t>
            </a:r>
            <a:r>
              <a:rPr lang="en-GB" b="1" dirty="0"/>
              <a:t>if / </a:t>
            </a:r>
            <a:r>
              <a:rPr lang="en-GB" b="1" dirty="0" err="1"/>
              <a:t>elif</a:t>
            </a:r>
            <a:r>
              <a:rPr lang="en-GB" b="1" dirty="0"/>
              <a:t> / else</a:t>
            </a:r>
            <a:r>
              <a:rPr lang="en-GB" dirty="0"/>
              <a:t> work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build </a:t>
            </a:r>
            <a:r>
              <a:rPr lang="en-GB" b="1" dirty="0"/>
              <a:t>nested</a:t>
            </a:r>
            <a:r>
              <a:rPr lang="en-GB" dirty="0"/>
              <a:t> conditions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apply conditions to </a:t>
            </a:r>
            <a:r>
              <a:rPr lang="en-GB" b="1" dirty="0"/>
              <a:t>real‑world problems</a:t>
            </a:r>
            <a:endParaRPr lang="en-GB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solve exercises using decision logic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52871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D0F74-1B36-62C6-AD57-E9A5299F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Module 5: Loops</a:t>
            </a:r>
            <a:br>
              <a:rPr lang="en-GB" sz="2800" b="1" dirty="0">
                <a:solidFill>
                  <a:schemeClr val="bg1"/>
                </a:solidFill>
              </a:rPr>
            </a:b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81ACD-6F2C-DBBE-BB9C-3A5739FC6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1" dirty="0"/>
              <a:t>Contents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for loops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while loops 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break 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continue 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iteration</a:t>
            </a:r>
            <a:endParaRPr lang="en-GB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035706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E274F-70F5-E2AA-6AF5-90B21E6F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algn="ctr"/>
            <a:br>
              <a:rPr lang="en-GB" sz="3400" b="1" dirty="0">
                <a:solidFill>
                  <a:srgbClr val="FFFFFF"/>
                </a:solidFill>
              </a:rPr>
            </a:br>
            <a:r>
              <a:rPr lang="en-GB" sz="3400" b="1" dirty="0">
                <a:solidFill>
                  <a:srgbClr val="FFFFFF"/>
                </a:solidFill>
              </a:rPr>
              <a:t>Learning Objectives</a:t>
            </a:r>
            <a:br>
              <a:rPr lang="en-GB" sz="3400" b="1" dirty="0">
                <a:solidFill>
                  <a:srgbClr val="FFFFFF"/>
                </a:solidFill>
              </a:rPr>
            </a:br>
            <a:endParaRPr lang="en-GB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6E12D-1D4C-A12A-C234-AF5E1BB26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17946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/>
              <a:t>By the end of this module, learners will be able to: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Understand why loops are used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Write </a:t>
            </a:r>
            <a:r>
              <a:rPr lang="en-GB" sz="2000" b="1" dirty="0"/>
              <a:t>for</a:t>
            </a:r>
            <a:r>
              <a:rPr lang="en-GB" sz="2000" dirty="0"/>
              <a:t> loops to iterate over sequences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Write </a:t>
            </a:r>
            <a:r>
              <a:rPr lang="en-GB" sz="2000" b="1" dirty="0"/>
              <a:t>while</a:t>
            </a:r>
            <a:r>
              <a:rPr lang="en-GB" sz="2000" dirty="0"/>
              <a:t> loops for repeated actions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Use </a:t>
            </a:r>
            <a:r>
              <a:rPr lang="en-GB" sz="2000" b="1" dirty="0"/>
              <a:t>break</a:t>
            </a:r>
            <a:r>
              <a:rPr lang="en-GB" sz="2000" dirty="0"/>
              <a:t> and </a:t>
            </a:r>
            <a:r>
              <a:rPr lang="en-GB" sz="2000" b="1" dirty="0"/>
              <a:t>continue</a:t>
            </a:r>
            <a:r>
              <a:rPr lang="en-GB" sz="2000" dirty="0"/>
              <a:t> to control loop flow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Iterate over </a:t>
            </a:r>
            <a:r>
              <a:rPr lang="en-GB" sz="2000" b="1" dirty="0"/>
              <a:t>strings</a:t>
            </a:r>
            <a:r>
              <a:rPr lang="en-GB" sz="2000" dirty="0"/>
              <a:t>, </a:t>
            </a:r>
            <a:r>
              <a:rPr lang="en-GB" sz="2000" b="1" dirty="0"/>
              <a:t>lists</a:t>
            </a:r>
            <a:r>
              <a:rPr lang="en-GB" sz="2000" dirty="0"/>
              <a:t>, and </a:t>
            </a:r>
            <a:r>
              <a:rPr lang="en-GB" sz="2000" b="1" dirty="0"/>
              <a:t>ranges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Solve loop‑based exercises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297379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7611C-67B1-537B-0EF1-9A4E6044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3600" b="1" dirty="0">
                <a:solidFill>
                  <a:srgbClr val="FFFFFF"/>
                </a:solidFill>
              </a:rPr>
            </a:br>
            <a:r>
              <a:rPr lang="en-GB" sz="3600" b="1" dirty="0">
                <a:solidFill>
                  <a:srgbClr val="FFFFFF"/>
                </a:solidFill>
              </a:rPr>
              <a:t>What Are Loops?</a:t>
            </a:r>
            <a:br>
              <a:rPr lang="en-GB" sz="3600" b="1" dirty="0">
                <a:solidFill>
                  <a:srgbClr val="FFFFFF"/>
                </a:solidFill>
              </a:rPr>
            </a:br>
            <a:endParaRPr lang="en-GB" sz="3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58D14-0336-2088-89E5-23D95F20A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79" y="1622745"/>
            <a:ext cx="10959152" cy="506465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Loops allow programs to: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Repeat actions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Process items in a sequence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Automate repetitive tasks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Reduce code duplication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Two main types:</a:t>
            </a:r>
          </a:p>
          <a:p>
            <a:pPr lvl="2"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loops</a:t>
            </a:r>
          </a:p>
          <a:p>
            <a:pPr lvl="2"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loops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736973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A463D-0587-B9B0-23D1-5C0CBE17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The for Loop</a:t>
            </a:r>
            <a:endParaRPr lang="en-GB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49E0A5-0F0F-BAE4-93BF-B1582B8A0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79896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2200" dirty="0"/>
              <a:t>Used to iterate over a </a:t>
            </a:r>
            <a:r>
              <a:rPr lang="en-GB" sz="2200" b="1" dirty="0"/>
              <a:t>sequence</a:t>
            </a:r>
            <a:r>
              <a:rPr lang="en-GB" sz="2200" dirty="0"/>
              <a:t>.</a:t>
            </a:r>
          </a:p>
          <a:p>
            <a:pPr>
              <a:lnSpc>
                <a:spcPct val="150000"/>
              </a:lnSpc>
            </a:pPr>
            <a:r>
              <a:rPr lang="en-GB" sz="2200" dirty="0"/>
              <a:t>Syntax: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dirty="0"/>
              <a:t>      for item in sequence: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dirty="0"/>
              <a:t>    # do something with item</a:t>
            </a:r>
          </a:p>
          <a:p>
            <a:pPr>
              <a:lnSpc>
                <a:spcPct val="150000"/>
              </a:lnSpc>
            </a:pPr>
            <a:r>
              <a:rPr lang="en-GB" sz="2200" dirty="0"/>
              <a:t>Examples of sequences: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GB" sz="2200" dirty="0"/>
              <a:t>anges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2192273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4518F-94D2-75B8-3E2F-AD150963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Example: for Loop Over a List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8078-68B0-2C2E-7F36-FF6A11563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8406"/>
            <a:ext cx="10515600" cy="3842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Python code:</a:t>
            </a:r>
          </a:p>
          <a:p>
            <a:pPr marL="0" indent="0">
              <a:buNone/>
            </a:pPr>
            <a:r>
              <a:rPr lang="en-GB" sz="2200" dirty="0"/>
              <a:t>fruits = ["apple", "banana", "cherry"]</a:t>
            </a:r>
          </a:p>
          <a:p>
            <a:pPr marL="0" indent="0">
              <a:buNone/>
            </a:pPr>
            <a:r>
              <a:rPr lang="en-GB" sz="2200" dirty="0"/>
              <a:t>for fruit in fruits:</a:t>
            </a:r>
          </a:p>
          <a:p>
            <a:pPr marL="0" indent="0">
              <a:buNone/>
            </a:pPr>
            <a:r>
              <a:rPr lang="en-GB" sz="2200" dirty="0"/>
              <a:t>    print(fruit)</a:t>
            </a:r>
          </a:p>
          <a:p>
            <a:pPr marL="0" indent="0">
              <a:buNone/>
            </a:pPr>
            <a:r>
              <a:rPr lang="en-GB" sz="2200" b="1" dirty="0"/>
              <a:t>Output: </a:t>
            </a:r>
          </a:p>
          <a:p>
            <a:pPr marL="0" indent="0">
              <a:buNone/>
            </a:pPr>
            <a:r>
              <a:rPr lang="en-GB" sz="2200" dirty="0"/>
              <a:t>apple banana cherry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4944604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C17A2-516C-6625-E647-19513741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964311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en-GB" sz="3400" b="1" dirty="0"/>
            </a:br>
            <a:r>
              <a:rPr lang="en-GB" sz="3400" b="1" dirty="0"/>
              <a:t>The range() Function</a:t>
            </a:r>
            <a:br>
              <a:rPr lang="en-GB" sz="3400" b="1" dirty="0"/>
            </a:br>
            <a:endParaRPr lang="en-GB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7D1CC-FE8A-ADF9-5CFC-6224D35E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4" y="2508070"/>
            <a:ext cx="10907487" cy="3833550"/>
          </a:xfrm>
        </p:spPr>
        <p:txBody>
          <a:bodyPr anchor="ctr">
            <a:normAutofit fontScale="92500" lnSpcReduction="10000"/>
          </a:bodyPr>
          <a:lstStyle/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range()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generates a sequence of numbers.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in range(5):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print(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0 1 2 3 4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Common patterns: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range(n)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range(start, stop)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range(start, stop, step)</a:t>
            </a:r>
          </a:p>
          <a:p>
            <a:pPr marL="0" indent="0">
              <a:buNone/>
            </a:pPr>
            <a:endParaRPr lang="en-GB" sz="15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6910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51717-7D91-527D-ED03-6306A090C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Iterating Over Strings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F84DC-76A6-F1C1-49F8-691943AAC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094" y="2423546"/>
            <a:ext cx="10381348" cy="3753416"/>
          </a:xfrm>
        </p:spPr>
        <p:txBody>
          <a:bodyPr>
            <a:normAutofit/>
          </a:bodyPr>
          <a:lstStyle/>
          <a:p>
            <a:r>
              <a:rPr lang="en-GB" sz="2400" dirty="0"/>
              <a:t>Strings behave like sequences of characters.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word = "hello"</a:t>
            </a:r>
          </a:p>
          <a:p>
            <a:pPr marL="0" indent="0">
              <a:buNone/>
            </a:pPr>
            <a:r>
              <a:rPr lang="en-GB" sz="2400" dirty="0"/>
              <a:t>for char in word:</a:t>
            </a:r>
          </a:p>
          <a:p>
            <a:pPr marL="0" indent="0">
              <a:buNone/>
            </a:pPr>
            <a:r>
              <a:rPr lang="en-GB" sz="2400" dirty="0"/>
              <a:t>    print(char)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456750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45E0E-6547-8432-1AD7-AA944DB5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while condition: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8A55B-C9E4-2E7F-940E-D553BE126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4" y="2217343"/>
            <a:ext cx="11150221" cy="4374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while condition:</a:t>
            </a:r>
          </a:p>
          <a:p>
            <a:pPr marL="0" indent="0">
              <a:buNone/>
            </a:pPr>
            <a:r>
              <a:rPr lang="en-GB" sz="2400" dirty="0"/>
              <a:t>Runs </a:t>
            </a:r>
            <a:r>
              <a:rPr lang="en-GB" sz="2400" b="1" dirty="0"/>
              <a:t>as long as</a:t>
            </a:r>
            <a:r>
              <a:rPr lang="en-GB" sz="2400" dirty="0"/>
              <a:t> a condition is True.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while condition:</a:t>
            </a:r>
          </a:p>
          <a:p>
            <a:pPr marL="0" indent="0">
              <a:buNone/>
            </a:pPr>
            <a:r>
              <a:rPr lang="en-GB" sz="2400" dirty="0"/>
              <a:t>    # repeat this block</a:t>
            </a:r>
          </a:p>
          <a:p>
            <a:r>
              <a:rPr lang="en-GB" sz="2400" b="1" dirty="0"/>
              <a:t>Use when: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You don’t know how many repetitions you need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You’re waiting for a condition to change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791347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59BA09-2B36-0DF8-FF78-AE03B3B9B72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476" b="973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2833D-F9EF-116D-8302-4919C99A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/>
              <a:t>Example: while Loop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E7F225-7CF2-538E-AB1D-CEB33D423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817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37015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22CB8-C6A5-7AEA-0F8D-B3C4FAE1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4000" b="1" dirty="0">
                <a:solidFill>
                  <a:srgbClr val="FFFFFF"/>
                </a:solidFill>
              </a:rPr>
            </a:br>
            <a:r>
              <a:rPr lang="en-GB" sz="4000" b="1" dirty="0">
                <a:solidFill>
                  <a:srgbClr val="FFFFFF"/>
                </a:solidFill>
              </a:rPr>
              <a:t>Infinite Loops</a:t>
            </a:r>
            <a:br>
              <a:rPr lang="en-GB" sz="4000" b="1" dirty="0">
                <a:solidFill>
                  <a:srgbClr val="FFFFFF"/>
                </a:solidFill>
              </a:rPr>
            </a:b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D59F2-D52B-6FAE-5680-B78A6F100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746912"/>
            <a:ext cx="11195837" cy="481654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Happens when the condition </a:t>
            </a:r>
            <a:r>
              <a:rPr lang="en-GB" sz="2000" b="1" dirty="0"/>
              <a:t>never becomes False</a:t>
            </a:r>
            <a:r>
              <a:rPr lang="en-GB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Example (dangerous):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/>
              <a:t>while True: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/>
              <a:t>    print("Looping forever!")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Always ensure: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Condition changes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A break condition exists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71349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0C8BF-4B17-520C-FB80-4DA579C8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1105469"/>
            <a:ext cx="9942716" cy="996286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en-GB" sz="3400" b="1"/>
            </a:br>
            <a:r>
              <a:rPr lang="en-GB" sz="3400" b="1"/>
              <a:t>Loop Control: break</a:t>
            </a:r>
            <a:br>
              <a:rPr lang="en-GB" sz="3400" b="1"/>
            </a:br>
            <a:endParaRPr lang="en-GB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ED711-62B3-EECA-8F76-96E81D27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704014"/>
            <a:ext cx="10713721" cy="3683138"/>
          </a:xfrm>
        </p:spPr>
        <p:txBody>
          <a:bodyPr anchor="ctr">
            <a:normAutofit/>
          </a:bodyPr>
          <a:lstStyle/>
          <a:p>
            <a:r>
              <a:rPr lang="en-GB" sz="1900" dirty="0"/>
              <a:t>Stops the loop immediately.</a:t>
            </a:r>
          </a:p>
          <a:p>
            <a:pPr marL="0" indent="0">
              <a:buNone/>
            </a:pPr>
            <a:r>
              <a:rPr lang="en-GB" sz="1900" b="1" dirty="0"/>
              <a:t>Python code:</a:t>
            </a:r>
          </a:p>
          <a:p>
            <a:pPr marL="0" indent="0">
              <a:buNone/>
            </a:pPr>
            <a:r>
              <a:rPr lang="en-GB" sz="1900" dirty="0"/>
              <a:t>for </a:t>
            </a:r>
            <a:r>
              <a:rPr lang="en-GB" sz="1900" dirty="0" err="1"/>
              <a:t>num</a:t>
            </a:r>
            <a:r>
              <a:rPr lang="en-GB" sz="1900" dirty="0"/>
              <a:t> in range(10):</a:t>
            </a:r>
          </a:p>
          <a:p>
            <a:pPr marL="0" indent="0">
              <a:buNone/>
            </a:pPr>
            <a:r>
              <a:rPr lang="en-GB" sz="1900" dirty="0"/>
              <a:t>    if </a:t>
            </a:r>
            <a:r>
              <a:rPr lang="en-GB" sz="1900" dirty="0" err="1"/>
              <a:t>num</a:t>
            </a:r>
            <a:r>
              <a:rPr lang="en-GB" sz="1900" dirty="0"/>
              <a:t> == 5:</a:t>
            </a:r>
          </a:p>
          <a:p>
            <a:pPr marL="0" indent="0">
              <a:buNone/>
            </a:pPr>
            <a:r>
              <a:rPr lang="en-GB" sz="1900" dirty="0"/>
              <a:t>        break</a:t>
            </a:r>
          </a:p>
          <a:p>
            <a:pPr marL="0" indent="0">
              <a:buNone/>
            </a:pPr>
            <a:r>
              <a:rPr lang="en-GB" sz="1900" dirty="0"/>
              <a:t>    print(</a:t>
            </a:r>
            <a:r>
              <a:rPr lang="en-GB" sz="1900" dirty="0" err="1"/>
              <a:t>num</a:t>
            </a:r>
            <a:r>
              <a:rPr lang="en-GB" sz="1900" dirty="0"/>
              <a:t>)</a:t>
            </a:r>
          </a:p>
          <a:p>
            <a:pPr marL="0" indent="0">
              <a:buNone/>
            </a:pPr>
            <a:endParaRPr lang="en-GB" sz="1900" b="1" dirty="0"/>
          </a:p>
          <a:p>
            <a:pPr marL="0" indent="0">
              <a:buNone/>
            </a:pPr>
            <a:r>
              <a:rPr lang="en-GB" sz="1900" b="1" dirty="0"/>
              <a:t>Stops at 5.</a:t>
            </a:r>
          </a:p>
          <a:p>
            <a:pPr marL="0" indent="0">
              <a:buNone/>
            </a:pPr>
            <a:endParaRPr lang="en-GB" sz="190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5652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35F0E-1CF5-D6C1-A320-94C36581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Loop Control: continue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0619-DCB5-E899-CF97-C09A40996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2" y="2010758"/>
            <a:ext cx="10613360" cy="4847241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r>
              <a:rPr lang="en-GB" sz="2400" dirty="0"/>
              <a:t>Skips the rest of the loop body and moves to the next iteration.</a:t>
            </a:r>
          </a:p>
          <a:p>
            <a:pPr marL="0" indent="0">
              <a:buNone/>
            </a:pPr>
            <a:r>
              <a:rPr lang="en-GB" sz="2400" b="1" dirty="0"/>
              <a:t>Python code: </a:t>
            </a:r>
          </a:p>
          <a:p>
            <a:pPr marL="0" indent="0">
              <a:buNone/>
            </a:pPr>
            <a:r>
              <a:rPr lang="en-GB" sz="2400" dirty="0"/>
              <a:t>for </a:t>
            </a:r>
            <a:r>
              <a:rPr lang="en-GB" sz="2400" dirty="0" err="1"/>
              <a:t>num</a:t>
            </a:r>
            <a:r>
              <a:rPr lang="en-GB" sz="2400" dirty="0"/>
              <a:t> in range(5):</a:t>
            </a:r>
          </a:p>
          <a:p>
            <a:pPr marL="0" indent="0">
              <a:buNone/>
            </a:pPr>
            <a:r>
              <a:rPr lang="en-GB" sz="2400" dirty="0"/>
              <a:t>    if </a:t>
            </a:r>
            <a:r>
              <a:rPr lang="en-GB" sz="2400" dirty="0" err="1"/>
              <a:t>num</a:t>
            </a:r>
            <a:r>
              <a:rPr lang="en-GB" sz="2400" dirty="0"/>
              <a:t> == 2:</a:t>
            </a:r>
          </a:p>
          <a:p>
            <a:pPr marL="0" indent="0">
              <a:buNone/>
            </a:pPr>
            <a:r>
              <a:rPr lang="en-GB" sz="2400" dirty="0"/>
              <a:t>        continue</a:t>
            </a:r>
          </a:p>
          <a:p>
            <a:pPr marL="0" indent="0">
              <a:buNone/>
            </a:pPr>
            <a:r>
              <a:rPr lang="en-GB" sz="2400" dirty="0"/>
              <a:t>    print(</a:t>
            </a:r>
            <a:r>
              <a:rPr lang="en-GB" sz="2400" dirty="0" err="1"/>
              <a:t>num</a:t>
            </a:r>
            <a:r>
              <a:rPr lang="en-GB" sz="2400" dirty="0"/>
              <a:t>)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Output: </a:t>
            </a:r>
            <a:r>
              <a:rPr lang="en-GB" sz="2400" dirty="0"/>
              <a:t>Skips printing 2.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0807593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90F4C-8875-301C-9541-1DECFBB4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</a:rPr>
              <a:t>Combining Loops + Conditions</a:t>
            </a:r>
            <a:br>
              <a:rPr lang="en-US" altLang="en-US" sz="5600" b="1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5600">
              <a:solidFill>
                <a:srgbClr val="FFFFF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FE6BCFEE-13E7-8A78-80A0-4A078F1337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code: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</a:t>
            </a:r>
            <a:r>
              <a:rPr lang="en-GB" alt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num</a:t>
            </a: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in range(1, 11):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if </a:t>
            </a:r>
            <a:r>
              <a:rPr lang="en-GB" alt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num</a:t>
            </a: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% 2 == 0: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    print(</a:t>
            </a:r>
            <a:r>
              <a:rPr lang="en-GB" alt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num</a:t>
            </a: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, "is even")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else: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    print(</a:t>
            </a:r>
            <a:r>
              <a:rPr lang="en-GB" alt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num</a:t>
            </a:r>
            <a:r>
              <a:rPr lang="en-GB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, "is odd")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5457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3BC1AD-6991-FC3B-EF05-94CBBE5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6200" b="1">
                <a:solidFill>
                  <a:srgbClr val="FFFFFF"/>
                </a:solidFill>
              </a:rPr>
              <a:t>Real‑World Example: Counting Vowels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4D32A-7D51-4783-5449-E77D22FC9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>
                <a:solidFill>
                  <a:schemeClr val="tx1">
                    <a:alpha val="80000"/>
                  </a:schemeClr>
                </a:solidFill>
              </a:rPr>
              <a:t>Python Cose:</a:t>
            </a:r>
          </a:p>
          <a:p>
            <a:pPr marL="0" indent="0">
              <a:buNone/>
            </a:pPr>
            <a:endParaRPr lang="en-GB" sz="2000" b="1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text = "programming"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vowels = 0</a:t>
            </a:r>
          </a:p>
          <a:p>
            <a:pPr marL="0" indent="0">
              <a:buNone/>
            </a:pPr>
            <a:endParaRPr lang="en-GB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for char in text: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    if char in "aeiou":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        vowels += 1</a:t>
            </a:r>
          </a:p>
          <a:p>
            <a:pPr marL="0" indent="0">
              <a:buNone/>
            </a:pPr>
            <a:endParaRPr lang="en-GB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</a:rPr>
              <a:t>print("Vowels:", vowels)</a:t>
            </a:r>
          </a:p>
          <a:p>
            <a:endParaRPr lang="en-GB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16400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304E7-358A-C329-D04F-BBA07399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800" b="1"/>
              <a:t>Real‑World Example: Password Attempts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10C07-6A6D-811F-BC0C-6B584159F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38" y="2389218"/>
            <a:ext cx="10143668" cy="3831961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GB" sz="2200" b="1" dirty="0"/>
          </a:p>
          <a:p>
            <a:pPr marL="0" indent="0">
              <a:buNone/>
            </a:pPr>
            <a:r>
              <a:rPr lang="en-GB" sz="2200" b="1" dirty="0"/>
              <a:t>Python code:</a:t>
            </a:r>
          </a:p>
          <a:p>
            <a:pPr marL="0" indent="0">
              <a:buNone/>
            </a:pPr>
            <a:endParaRPr lang="en-GB" sz="2200" b="1" dirty="0"/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attempts = 3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while attempts &gt; 0: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pwd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= input("Enter password: ")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if 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pwd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== "secret":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    print("Access granted")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    break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attempts -= 1</a:t>
            </a:r>
          </a:p>
          <a:p>
            <a:pPr marL="0" indent="0">
              <a:buNone/>
            </a:pPr>
            <a:endParaRPr lang="en-GB" sz="2200" b="1" dirty="0"/>
          </a:p>
        </p:txBody>
      </p:sp>
    </p:spTree>
    <p:extLst>
      <p:ext uri="{BB962C8B-B14F-4D97-AF65-F5344CB8AC3E}">
        <p14:creationId xmlns:p14="http://schemas.microsoft.com/office/powerpoint/2010/main" val="17592637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35623-4F5F-4629-AEFD-1408E1E3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GB" sz="2600" b="1" dirty="0"/>
            </a:br>
            <a:r>
              <a:rPr lang="en-GB" sz="2600" b="1" dirty="0"/>
              <a:t>Exercises &amp; Challenges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EC3AD-AFF7-BCC2-5518-262268E8B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Exercise 1: Sum of Numbers</a:t>
            </a:r>
          </a:p>
          <a:p>
            <a:pPr marL="0" indent="0">
              <a:buNone/>
            </a:pPr>
            <a:r>
              <a:rPr lang="en-GB" sz="2200" dirty="0"/>
              <a:t>Write a loop that calculates the sum of numbers from 1 to 100.</a:t>
            </a:r>
          </a:p>
          <a:p>
            <a:pPr marL="0" indent="0">
              <a:buNone/>
            </a:pPr>
            <a:r>
              <a:rPr lang="en-GB" sz="2200" b="1" dirty="0"/>
              <a:t>Exercise 2: Count Characters</a:t>
            </a:r>
          </a:p>
          <a:p>
            <a:pPr marL="0" indent="0">
              <a:buNone/>
            </a:pPr>
            <a:r>
              <a:rPr lang="en-GB" sz="2200" dirty="0"/>
              <a:t>Ask the user for a word. Use a loop to count:</a:t>
            </a:r>
          </a:p>
          <a:p>
            <a:pPr marL="0" indent="0">
              <a:buNone/>
            </a:pPr>
            <a:r>
              <a:rPr lang="en-GB" sz="2200" dirty="0"/>
              <a:t>Letters</a:t>
            </a:r>
          </a:p>
          <a:p>
            <a:pPr marL="0" indent="0">
              <a:buNone/>
            </a:pPr>
            <a:r>
              <a:rPr lang="en-GB" sz="2200" dirty="0"/>
              <a:t>Digits</a:t>
            </a:r>
          </a:p>
          <a:p>
            <a:pPr marL="0" indent="0">
              <a:buNone/>
            </a:pPr>
            <a:r>
              <a:rPr lang="en-GB" sz="2200" dirty="0"/>
              <a:t>Spaces</a:t>
            </a:r>
          </a:p>
          <a:p>
            <a:pPr marL="0" indent="0">
              <a:buNone/>
            </a:pPr>
            <a:r>
              <a:rPr lang="en-GB" sz="2200" b="1" dirty="0"/>
              <a:t>Exercise 3: Multiplication Table</a:t>
            </a:r>
          </a:p>
          <a:p>
            <a:pPr marL="0" indent="0">
              <a:buNone/>
            </a:pPr>
            <a:r>
              <a:rPr lang="en-GB" sz="2200" dirty="0"/>
              <a:t>Input: number </a:t>
            </a:r>
          </a:p>
          <a:p>
            <a:pPr marL="0" indent="0">
              <a:buNone/>
            </a:pPr>
            <a:r>
              <a:rPr lang="en-GB" sz="2200" dirty="0"/>
              <a:t>Output: multiplication table (1–10) using a </a:t>
            </a:r>
            <a:r>
              <a:rPr lang="en-GB" sz="2200" b="1" dirty="0"/>
              <a:t>for</a:t>
            </a:r>
            <a:r>
              <a:rPr lang="en-GB" sz="2200" dirty="0"/>
              <a:t> loop.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206331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6AD56-25C2-0F17-4A33-06DCCC81B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6200" b="1">
                <a:solidFill>
                  <a:srgbClr val="FFFFFF"/>
                </a:solidFill>
              </a:rPr>
              <a:t>Challenges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ECF0-5B22-A1BB-161D-12646A42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Challenge 1: Guessing Game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Requirements: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The program picks a secret number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User guesses until correct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Use a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while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loop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Give hints: “too high”, “too low.”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Challenge 2: Filter Even Numbers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Given a list of numbers: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Use a loop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Use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continue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to skip odd numbers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Print only even numbers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4817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ABBC9-F1AD-5C5A-9027-CC3ACCFD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6800" b="1">
                <a:solidFill>
                  <a:srgbClr val="FFFFFF"/>
                </a:solidFill>
              </a:rPr>
              <a:t>Summary</a:t>
            </a:r>
            <a:br>
              <a:rPr lang="en-GB" sz="6800" b="1">
                <a:solidFill>
                  <a:srgbClr val="FFFFFF"/>
                </a:solidFill>
              </a:rPr>
            </a:br>
            <a:endParaRPr lang="en-GB" sz="6800">
              <a:solidFill>
                <a:srgbClr val="FFFFFF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9724E-16A7-4D9C-184B-98C609F1A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1296436"/>
            <a:ext cx="4771607" cy="4145412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for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and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while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loops work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to iterate over strings, lists, and ranges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to use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break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and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continue</a:t>
            </a: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to apply loops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How to solve loop‑based exercises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6417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650C4-2392-238F-34FB-45F1FB375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8000" b="1">
                <a:solidFill>
                  <a:srgbClr val="FFFFFF"/>
                </a:solidFill>
              </a:rPr>
              <a:t>Module 5 — Quiz: Loops</a:t>
            </a:r>
            <a:endParaRPr lang="en-GB" sz="8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37FA-3A46-6202-EE00-6ACC38309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337" y="136478"/>
            <a:ext cx="5693825" cy="672152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GB" sz="16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Multiple‑Choice Questions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Which loop is best when you know exactly how many times you want to repeat something?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loop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loop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 loop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statement 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What does 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range(5)</a:t>
            </a: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produce?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514350">
              <a:buAutoNum type="alphaUcPeriod"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2, 3, 4, 5 B. 0, 1, 2, 3, 4 C. 0, 5 D. 1, 5 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loop continues running as long as a condition is True?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 for B. while C. repeat D. until 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What does 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inside a loop?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 Skips the current iteration B. Restarts the loop C. Stops the loop immediately D. Pauses the loop </a:t>
            </a: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4.What does 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do?</a:t>
            </a: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 Ends the loop B. Skips to the next iteration C. Repeats the same iteration D. Exits the program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6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6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3192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E0FAB-C0AA-2BCD-9A5B-2E73906D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br>
              <a:rPr lang="en-GB" sz="7400" b="1">
                <a:solidFill>
                  <a:srgbClr val="FFFFFF"/>
                </a:solidFill>
              </a:rPr>
            </a:br>
            <a:r>
              <a:rPr lang="en-GB" sz="7400" b="1">
                <a:solidFill>
                  <a:srgbClr val="FFFFFF"/>
                </a:solidFill>
              </a:rPr>
              <a:t>What will this code print?</a:t>
            </a:r>
            <a:br>
              <a:rPr lang="en-GB" sz="7400">
                <a:solidFill>
                  <a:srgbClr val="FFFFFF"/>
                </a:solidFill>
              </a:rPr>
            </a:br>
            <a:endParaRPr lang="en-GB" sz="7400">
              <a:solidFill>
                <a:srgbClr val="FFFFFF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D045C-58EE-0EAA-C87B-E4C63C6EB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6478"/>
            <a:ext cx="5163403" cy="6219871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for char in "cat":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print(char)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c a t 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B. cat 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C. c-at 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D. Error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Answer: A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Which loop can easily create an infinite loop if you forget to update a variable?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While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both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neither </a:t>
            </a:r>
          </a:p>
          <a:p>
            <a:pPr marL="0" indent="0">
              <a:buNone/>
            </a:pPr>
            <a:endParaRPr lang="en-US" altLang="en-US" sz="20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Answer: B</a:t>
            </a:r>
            <a:endParaRPr lang="en-US" altLang="en-US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5758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9EC0D-70FF-22C8-7D05-6FBAD36F8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What does this code output?</a:t>
            </a:r>
            <a:br>
              <a:rPr lang="en-GB" sz="3400">
                <a:solidFill>
                  <a:srgbClr val="FFFFFF"/>
                </a:solidFill>
              </a:rPr>
            </a:br>
            <a:endParaRPr lang="en-GB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CB479-F1B2-0044-6F61-C380F47A3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2000" dirty="0"/>
              <a:t>for </a:t>
            </a:r>
            <a:r>
              <a:rPr lang="en-GB" sz="2000" dirty="0" err="1"/>
              <a:t>i</a:t>
            </a:r>
            <a:r>
              <a:rPr lang="en-GB" sz="2000" dirty="0"/>
              <a:t> in range(3):</a:t>
            </a:r>
          </a:p>
          <a:p>
            <a:pPr marL="0" indent="0">
              <a:buNone/>
            </a:pPr>
            <a:r>
              <a:rPr lang="en-GB" sz="2000" dirty="0"/>
              <a:t>    if </a:t>
            </a:r>
            <a:r>
              <a:rPr lang="en-GB" sz="2000" dirty="0" err="1"/>
              <a:t>i</a:t>
            </a:r>
            <a:r>
              <a:rPr lang="en-GB" sz="2000" dirty="0"/>
              <a:t> == 1:</a:t>
            </a:r>
          </a:p>
          <a:p>
            <a:pPr marL="0" indent="0">
              <a:buNone/>
            </a:pPr>
            <a:r>
              <a:rPr lang="en-GB" sz="2000" dirty="0"/>
              <a:t>        continue</a:t>
            </a:r>
          </a:p>
          <a:p>
            <a:pPr marL="0" indent="0">
              <a:buNone/>
            </a:pPr>
            <a:r>
              <a:rPr lang="en-GB" sz="2000" dirty="0"/>
              <a:t>    print(</a:t>
            </a:r>
            <a:r>
              <a:rPr lang="en-GB" sz="2000" dirty="0" err="1"/>
              <a:t>i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r>
              <a:rPr lang="en-GB" sz="2000" dirty="0"/>
              <a:t>A. 0 1 2 </a:t>
            </a:r>
          </a:p>
          <a:p>
            <a:pPr marL="0" indent="0">
              <a:buNone/>
            </a:pPr>
            <a:r>
              <a:rPr lang="en-GB" sz="2000" dirty="0"/>
              <a:t>B. 1 2 </a:t>
            </a:r>
          </a:p>
          <a:p>
            <a:pPr marL="0" indent="0">
              <a:buNone/>
            </a:pPr>
            <a:r>
              <a:rPr lang="en-GB" sz="2000" dirty="0"/>
              <a:t>C. 0 2 </a:t>
            </a:r>
          </a:p>
          <a:p>
            <a:pPr marL="0" indent="0">
              <a:buNone/>
            </a:pPr>
            <a:r>
              <a:rPr lang="en-GB" sz="2000" dirty="0"/>
              <a:t>D. 2 </a:t>
            </a:r>
          </a:p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b="1" dirty="0"/>
              <a:t>Answer: C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8721769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C17B7-99A4-3B52-B833-5FAA5A59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>
                <a:solidFill>
                  <a:srgbClr val="FFFFFF"/>
                </a:solidFill>
              </a:rPr>
            </a:br>
            <a:r>
              <a:rPr lang="en-GB" sz="2200" b="1">
                <a:solidFill>
                  <a:srgbClr val="FFFFFF"/>
                </a:solidFill>
              </a:rPr>
              <a:t>Short‑Answer Questions</a:t>
            </a:r>
            <a:br>
              <a:rPr lang="en-GB" sz="2200" b="1">
                <a:solidFill>
                  <a:srgbClr val="FFFFFF"/>
                </a:solidFill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403E-BE37-0352-DA20-8F1F9614F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  <a:tabLst>
                <a:tab pos="3671888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1. Which of the following can you iterate over with a for loop? </a:t>
            </a:r>
          </a:p>
          <a:p>
            <a:pPr marL="457200" indent="-457200">
              <a:buAutoNum type="alphaUcPeriod"/>
              <a:tabLst>
                <a:tab pos="3671888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Strings B. Lists C. Ranges D. All of the above </a:t>
            </a:r>
          </a:p>
          <a:p>
            <a:pPr marL="0" indent="0">
              <a:buNone/>
              <a:tabLst>
                <a:tab pos="3671888" algn="l"/>
              </a:tabLs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Answer: D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tabLst>
                <a:tab pos="3671888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2. What is the main difference between for and while loops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AutoNum type="alphaUcPeriod"/>
              <a:tabLst>
                <a:tab pos="3671888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for loops are faster B. while loops only work with numbers C. for loops iterate over sequences; while loops depend on conditions D. They are the same </a:t>
            </a:r>
          </a:p>
          <a:p>
            <a:pPr marL="0" indent="0">
              <a:buNone/>
              <a:tabLst>
                <a:tab pos="3671888" algn="l"/>
              </a:tabLs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34913601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2DDFE-BFBE-6BE1-08CC-E29D73B9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GB" sz="2600" b="1" dirty="0"/>
            </a:br>
            <a:r>
              <a:rPr lang="en-GB" sz="2600" b="1" dirty="0"/>
              <a:t>Challenge Questions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A4C2E-1443-A9CD-D0F9-3E8AEF85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1158182" cy="425196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for loop that prints numbers 1 to 5.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while loop that counts down from 10 to 1.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Explain the difference between break and continue.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Give one real‑world example where a while loop is more appropriate than a for loop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1165225" algn="l"/>
              </a:tabLst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Reverse a string using a loop Input: "hello" Output: "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olleh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6. Find the largest number using a loop in a list. Example list: [3, 9, 2, 7, 5]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  <a:tabLst>
                <a:tab pos="3671888" algn="l"/>
              </a:tabLst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46980572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BEE4F-825E-C912-2D31-E83DCBDC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>
                <a:solidFill>
                  <a:srgbClr val="FFFFFF"/>
                </a:solidFill>
              </a:rPr>
            </a:br>
            <a:r>
              <a:rPr lang="en-GB" sz="2200" b="1">
                <a:solidFill>
                  <a:srgbClr val="FFFFFF"/>
                </a:solidFill>
              </a:rPr>
              <a:t>Challenge Questions Answers</a:t>
            </a:r>
            <a:br>
              <a:rPr lang="en-GB" sz="2200" b="1">
                <a:solidFill>
                  <a:srgbClr val="FFFFFF"/>
                </a:solidFill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8E29-BACC-CF03-1647-B80C8C847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6" y="1740089"/>
            <a:ext cx="10636280" cy="685800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1. for loop 1-5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in range(1, 6):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print(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2- count down from 10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count = 10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while count &gt; 0: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print(count)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count -= 1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3-Difference between break &amp; continue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exits the loop entirely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 skips the rest of the current iteration and moves to the next one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4. Real‑world while loop example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Waiting for user input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Repeating until password is correct</a:t>
            </a:r>
          </a:p>
          <a:p>
            <a:pPr marL="571500" indent="-571500">
              <a:buFont typeface="+mj-lt"/>
              <a:buAutoNum type="romanU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Running until a sensor reaches a threshold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886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000DA-AA80-12EF-6813-D8DE6FF8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Challenge questions Answers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8E853-C925-2810-9C15-1E7E9DB3F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3-Difference between break &amp; continue</a:t>
            </a:r>
          </a:p>
          <a:p>
            <a:pPr marL="0" indent="0">
              <a:buNone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: exits the loop entirely</a:t>
            </a:r>
          </a:p>
          <a:p>
            <a:pPr marL="0" indent="0">
              <a:buNone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: skips the rest of the current iteration and moves to the next one</a:t>
            </a:r>
          </a:p>
          <a:p>
            <a:pPr marL="0" indent="0">
              <a:buNone/>
            </a:pPr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4. Real‑world while loop example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Waiting for user input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Repeating until password is correct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Running until a sensor reaches a threshold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70008460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21757-6160-2767-8FAD-E7075F70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5. Reverse loop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89644-26C5-0878-85F6-8BEDB3B8B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text = "hello"</a:t>
            </a:r>
          </a:p>
          <a:p>
            <a:pPr marL="0" indent="0">
              <a:buNone/>
            </a:pPr>
            <a:r>
              <a:rPr lang="en-GB" sz="2400" dirty="0"/>
              <a:t>rev = “”   # start with an empty string</a:t>
            </a:r>
          </a:p>
          <a:p>
            <a:pPr marL="0" indent="0">
              <a:buNone/>
            </a:pPr>
            <a:r>
              <a:rPr lang="en-GB" sz="2400" dirty="0"/>
              <a:t>for char in text:</a:t>
            </a:r>
          </a:p>
          <a:p>
            <a:pPr marL="0" indent="0">
              <a:buNone/>
            </a:pPr>
            <a:r>
              <a:rPr lang="en-GB" sz="2400" dirty="0"/>
              <a:t>    rev = char + rev   # prepend each character</a:t>
            </a:r>
          </a:p>
          <a:p>
            <a:pPr marL="0" indent="0">
              <a:buNone/>
            </a:pPr>
            <a:r>
              <a:rPr lang="en-GB" sz="2400" dirty="0"/>
              <a:t>print(rev)      # Output: "</a:t>
            </a:r>
            <a:r>
              <a:rPr lang="en-GB" sz="2400" dirty="0" err="1"/>
              <a:t>olleh</a:t>
            </a:r>
            <a:r>
              <a:rPr lang="en-GB" sz="2400" dirty="0"/>
              <a:t>"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2028241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3AF05-4D90-C4E8-C2B4-79945FB7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6. Find the largest number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DA74C-0C1A-8AD8-CB49-83540045C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 err="1"/>
              <a:t>nums</a:t>
            </a:r>
            <a:r>
              <a:rPr lang="en-GB" sz="2200" dirty="0"/>
              <a:t> = [3, 9, 2, 7, 5]</a:t>
            </a:r>
          </a:p>
          <a:p>
            <a:pPr marL="0" indent="0">
              <a:buNone/>
            </a:pPr>
            <a:r>
              <a:rPr lang="en-GB" sz="2200" dirty="0"/>
              <a:t>largest = </a:t>
            </a:r>
            <a:r>
              <a:rPr lang="en-GB" sz="2200" dirty="0" err="1"/>
              <a:t>nums</a:t>
            </a:r>
            <a:r>
              <a:rPr lang="en-GB" sz="2200" dirty="0"/>
              <a:t>[0]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for n in </a:t>
            </a:r>
            <a:r>
              <a:rPr lang="en-GB" sz="2200" dirty="0" err="1"/>
              <a:t>nums</a:t>
            </a:r>
            <a:r>
              <a:rPr lang="en-GB" sz="2200" dirty="0"/>
              <a:t>:</a:t>
            </a:r>
          </a:p>
          <a:p>
            <a:pPr marL="0" indent="0">
              <a:buNone/>
            </a:pPr>
            <a:r>
              <a:rPr lang="en-GB" sz="2200" dirty="0"/>
              <a:t>    if n &gt; largest:</a:t>
            </a:r>
          </a:p>
          <a:p>
            <a:pPr marL="0" indent="0">
              <a:buNone/>
            </a:pPr>
            <a:r>
              <a:rPr lang="en-GB" sz="2200" dirty="0"/>
              <a:t>        largest = n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print(largest)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0311942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A57620-83FF-756F-9D9E-B2D525C9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br>
              <a:rPr lang="en-GB" sz="33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latin typeface="Arial" panose="020B0604020202020204" pitchFamily="34" charset="0"/>
                <a:cs typeface="Arial" panose="020B0604020202020204" pitchFamily="34" charset="0"/>
              </a:rPr>
              <a:t>Module 5: Students’ Worksheet — Loops</a:t>
            </a:r>
            <a:br>
              <a:rPr lang="en-GB" sz="33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8AB6D-D4D3-9566-4F73-D3F086B3C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666616"/>
            <a:ext cx="11108982" cy="5191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Part 1 — For Loops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for loop that prints the numbers 1 to 10.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for loop that prints each letter in the word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"python"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Use a for loop to print all even numbers from 2 to 20.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Part 2 — While Loops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Write a while loop that counts down from 5 to 1.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Create a while loop that keeps asking the user for a password until they type "open".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Explain in your own words: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What is an infinite loop and why is it a problem?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15297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9CA58-1398-29EC-9CEE-D15B9E4F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647" y="769241"/>
            <a:ext cx="7448137" cy="970802"/>
          </a:xfrm>
        </p:spPr>
        <p:txBody>
          <a:bodyPr anchor="b">
            <a:normAutofit/>
          </a:bodyPr>
          <a:lstStyle/>
          <a:p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Students’ Worksheet: Loops</a:t>
            </a:r>
            <a:endParaRPr lang="en-GB" sz="4000" dirty="0"/>
          </a:p>
        </p:txBody>
      </p:sp>
      <p:pic>
        <p:nvPicPr>
          <p:cNvPr id="7" name="Graphic 6" descr="Back">
            <a:extLst>
              <a:ext uri="{FF2B5EF4-FFF2-40B4-BE49-F238E27FC236}">
                <a16:creationId xmlns:a16="http://schemas.microsoft.com/office/drawing/2014/main" id="{E6BBE094-6665-8519-1D1E-BFB8E0F03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244F8-43B7-8DB1-FC8E-0DF3D6F34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700" b="1">
                <a:latin typeface="Arial" panose="020B0604020202020204" pitchFamily="34" charset="0"/>
                <a:cs typeface="Arial" panose="020B0604020202020204" pitchFamily="34" charset="0"/>
              </a:rPr>
              <a:t>Part 3 — Loop Control</a:t>
            </a:r>
          </a:p>
          <a:p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Write a loop that prints numbers 0–5 but </a:t>
            </a:r>
            <a:r>
              <a:rPr lang="en-GB" sz="1700" b="1">
                <a:latin typeface="Arial" panose="020B0604020202020204" pitchFamily="34" charset="0"/>
                <a:cs typeface="Arial" panose="020B0604020202020204" pitchFamily="34" charset="0"/>
              </a:rPr>
              <a:t>skips</a:t>
            </a: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 the number 3 using continue.</a:t>
            </a:r>
          </a:p>
          <a:p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Write a loop that prints numbers 1–10 but </a:t>
            </a:r>
            <a:r>
              <a:rPr lang="en-GB" sz="1700" b="1">
                <a:latin typeface="Arial" panose="020B0604020202020204" pitchFamily="34" charset="0"/>
                <a:cs typeface="Arial" panose="020B0604020202020204" pitchFamily="34" charset="0"/>
              </a:rPr>
              <a:t>stops</a:t>
            </a: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 when it reaches 7 using break.</a:t>
            </a:r>
          </a:p>
          <a:p>
            <a:pPr marL="0" indent="0">
              <a:buNone/>
            </a:pPr>
            <a:r>
              <a:rPr lang="en-GB" sz="1700" b="1">
                <a:latin typeface="Arial" panose="020B0604020202020204" pitchFamily="34" charset="0"/>
                <a:cs typeface="Arial" panose="020B0604020202020204" pitchFamily="34" charset="0"/>
              </a:rPr>
              <a:t>Part 4 — Iterating Over Sequences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Write a loop that counts how many vowels are in a word.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Given the list: colors = ["red", "blue", "green"] </a:t>
            </a:r>
          </a:p>
          <a:p>
            <a:pPr marL="0" indent="0">
              <a:buNone/>
            </a:pPr>
            <a:r>
              <a:rPr lang="en-GB" sz="1700">
                <a:latin typeface="Arial" panose="020B0604020202020204" pitchFamily="34" charset="0"/>
                <a:cs typeface="Arial" panose="020B0604020202020204" pitchFamily="34" charset="0"/>
              </a:rPr>
              <a:t>      Write a loop that prints each color in uppercase.</a:t>
            </a:r>
          </a:p>
          <a:p>
            <a:pPr marL="0" indent="0">
              <a:buNone/>
            </a:pPr>
            <a:endParaRPr lang="en-GB" sz="1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009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3995F-6A2E-911A-1A7B-31C42B59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200" b="1">
                <a:latin typeface="Arial" panose="020B0604020202020204" pitchFamily="34" charset="0"/>
                <a:cs typeface="Arial" panose="020B0604020202020204" pitchFamily="34" charset="0"/>
              </a:rPr>
              <a:t>Part 5 — Challenge Problems</a:t>
            </a:r>
            <a:br>
              <a:rPr lang="en-GB" sz="4200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74377-054D-8418-FD61-1A01072B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929384"/>
            <a:ext cx="10684764" cy="425196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Multiplication Table</a:t>
            </a:r>
          </a:p>
          <a:p>
            <a:pPr marL="0" indent="0"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Ask the user for a number and print its multiplication table (1–10).</a:t>
            </a:r>
          </a:p>
          <a:p>
            <a:pPr marL="0" indent="0"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2. Sum of List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Write a loop that adds up all numbers in this list: [4, 2, 9, 1, 7]</a:t>
            </a:r>
          </a:p>
          <a:p>
            <a:pPr marL="0" indent="0">
              <a:buNone/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3. Guessing Game (Hard)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Write a while loop that keeps asking the user to guess a secret number until they get it right.</a:t>
            </a:r>
          </a:p>
          <a:p>
            <a:endParaRPr lang="en-GB" sz="2200" dirty="0"/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06764456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63B0D-A160-12D2-A4E1-92ACA510A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b="1" dirty="0">
                <a:solidFill>
                  <a:srgbClr val="FFFFFF"/>
                </a:solidFill>
              </a:rPr>
            </a:br>
            <a:r>
              <a:rPr lang="en-GB" b="1" dirty="0">
                <a:solidFill>
                  <a:srgbClr val="FFFFFF"/>
                </a:solidFill>
              </a:rPr>
              <a:t>Module 6: Functions</a:t>
            </a:r>
            <a:br>
              <a:rPr lang="en-GB" b="1" dirty="0">
                <a:solidFill>
                  <a:srgbClr val="FFFFFF"/>
                </a:solidFill>
              </a:rPr>
            </a:b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BE4D4-FC5A-4CEA-F0F3-319C7AAF3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1803854"/>
            <a:ext cx="9724031" cy="483434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/>
              <a:t>Learning Objectives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By the end of this module, learners will be able to: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Understand what functions are and why they matter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Define functions using </a:t>
            </a:r>
            <a:r>
              <a:rPr lang="en-GB" sz="2000" b="1" dirty="0"/>
              <a:t>def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Use </a:t>
            </a:r>
            <a:r>
              <a:rPr lang="en-GB" sz="2000" b="1" dirty="0"/>
              <a:t>parameters</a:t>
            </a:r>
            <a:r>
              <a:rPr lang="en-GB" sz="2000" dirty="0"/>
              <a:t> and </a:t>
            </a:r>
            <a:r>
              <a:rPr lang="en-GB" sz="2000" b="1" dirty="0"/>
              <a:t>arguments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Return values using </a:t>
            </a:r>
            <a:r>
              <a:rPr lang="en-GB" sz="2000" b="1" dirty="0"/>
              <a:t>return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Understand variable </a:t>
            </a:r>
            <a:r>
              <a:rPr lang="en-GB" sz="2000" b="1" dirty="0"/>
              <a:t>scope</a:t>
            </a:r>
            <a:endParaRPr lang="en-GB" sz="2000" dirty="0"/>
          </a:p>
          <a:p>
            <a:pPr lvl="1">
              <a:lnSpc>
                <a:spcPct val="150000"/>
              </a:lnSpc>
            </a:pPr>
            <a:r>
              <a:rPr lang="en-GB" sz="2000" dirty="0"/>
              <a:t>Apply functions to real‑world problems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Solve function‑based exercises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390313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230568-A498-0B13-BF2F-C223C63F0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What Is a Function?</a:t>
            </a:r>
            <a:br>
              <a:rPr lang="en-GB" sz="4000" b="1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930F7-5319-D6F7-463D-298D220BC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4106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 function is a </a:t>
            </a:r>
            <a:r>
              <a:rPr lang="en-GB" sz="2400" b="1" dirty="0"/>
              <a:t>reusable block of code</a:t>
            </a:r>
            <a:r>
              <a:rPr lang="en-GB" sz="2400" dirty="0"/>
              <a:t> that performs a specific task.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Functions help you: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Avoid repetition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Organise code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Improve readability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Break problems into smaller pieces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884311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3E390-7879-0C2C-7A8A-D2028CA7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7400" b="1">
                <a:solidFill>
                  <a:srgbClr val="FFFFFF"/>
                </a:solidFill>
              </a:rPr>
              <a:t>Function definition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DE13C-146B-EFA4-8155-918A2763F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Python code: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def greet():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print("Hello!")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Key parts: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def keyword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Function name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Parentheses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Colon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Indented block</a:t>
            </a:r>
          </a:p>
          <a:p>
            <a:pPr marL="0" indent="0">
              <a:buNone/>
            </a:pP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755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9C679-6ADF-F152-2E4C-600B93D2A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FFFFFF"/>
                </a:solidFill>
              </a:rPr>
              <a:t>Calling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07D1B-0E7E-7D3C-AA62-7742F887C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b="1" dirty="0"/>
              <a:t>Python code:</a:t>
            </a:r>
          </a:p>
          <a:p>
            <a:pPr marL="0" indent="0">
              <a:buNone/>
            </a:pPr>
            <a:r>
              <a:rPr lang="en-GB" sz="2000" dirty="0"/>
              <a:t>def greet():</a:t>
            </a:r>
          </a:p>
          <a:p>
            <a:pPr marL="0" indent="0">
              <a:buNone/>
            </a:pPr>
            <a:r>
              <a:rPr lang="en-GB" sz="2000" dirty="0"/>
              <a:t>    print("Hello!")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greet()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Calling a function </a:t>
            </a:r>
            <a:r>
              <a:rPr lang="en-GB" sz="2000" b="1" dirty="0"/>
              <a:t>executes</a:t>
            </a:r>
            <a:r>
              <a:rPr lang="en-GB" sz="2000" dirty="0"/>
              <a:t> it.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237436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1EE03-239C-BAC0-023E-907C8685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br>
              <a:rPr lang="en-GB" sz="3400" b="1" dirty="0"/>
            </a:br>
            <a:r>
              <a:rPr lang="en-GB" sz="3400" b="1" dirty="0"/>
              <a:t>Parameters &amp; Arguments</a:t>
            </a:r>
            <a:br>
              <a:rPr lang="en-GB" sz="3400" b="1" dirty="0"/>
            </a:br>
            <a:endParaRPr lang="en-GB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944E5-4AA2-A3A1-6F43-E08709FC0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60322"/>
            <a:ext cx="9941319" cy="3581858"/>
          </a:xfrm>
        </p:spPr>
        <p:txBody>
          <a:bodyPr anchor="ctr">
            <a:normAutofit/>
          </a:bodyPr>
          <a:lstStyle/>
          <a:p>
            <a:r>
              <a:rPr lang="en-GB" sz="2200" dirty="0"/>
              <a:t>Parameters = placeholders </a:t>
            </a:r>
          </a:p>
          <a:p>
            <a:r>
              <a:rPr lang="en-GB" sz="2200" dirty="0"/>
              <a:t>Arguments = actual values</a:t>
            </a:r>
          </a:p>
          <a:p>
            <a:r>
              <a:rPr lang="en-GB" sz="2200" b="1" dirty="0"/>
              <a:t> Python code:</a:t>
            </a:r>
          </a:p>
          <a:p>
            <a:pPr marL="0" indent="0">
              <a:buNone/>
            </a:pPr>
            <a:r>
              <a:rPr lang="en-GB" sz="2200" dirty="0"/>
              <a:t>def greet(name):</a:t>
            </a:r>
          </a:p>
          <a:p>
            <a:pPr marL="0" indent="0">
              <a:buNone/>
            </a:pPr>
            <a:r>
              <a:rPr lang="en-GB" sz="2200" dirty="0"/>
              <a:t>    print("Hello,", name)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greet("Alice")</a:t>
            </a:r>
          </a:p>
          <a:p>
            <a:endParaRPr lang="en-GB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24145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354E3-69B4-B243-DDB5-3977C809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b="1"/>
              <a:t>Multiple Parameters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8FD65-D372-DECD-F0C8-EB145D87C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def add(a, b):</a:t>
            </a:r>
          </a:p>
          <a:p>
            <a:pPr marL="0" indent="0">
              <a:buNone/>
            </a:pPr>
            <a:r>
              <a:rPr lang="en-GB" sz="2400"/>
              <a:t>    print(a + b)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add(3, 5)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73079134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AB470-E502-4E9D-1EB3-A62BFD50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3800" b="1"/>
              <a:t>Return Values</a:t>
            </a:r>
            <a:br>
              <a:rPr lang="en-GB" sz="3800" b="1"/>
            </a:br>
            <a:endParaRPr lang="en-GB" sz="3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DA2AD-F7A8-5EF6-708A-93315139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19" y="2203079"/>
            <a:ext cx="10143668" cy="3993005"/>
          </a:xfrm>
        </p:spPr>
        <p:txBody>
          <a:bodyPr anchor="ctr">
            <a:noAutofit/>
          </a:bodyPr>
          <a:lstStyle/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Functions can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send back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a result.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def add(a, b):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return a + b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result = add(4, 6)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print(result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Use return when: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You need the value later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You want to store or reuse results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0878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5FE9E-E7BD-3964-6374-55A78A18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r>
              <a:rPr lang="en-GB" b="1" i="1" dirty="0">
                <a:solidFill>
                  <a:schemeClr val="bg1"/>
                </a:solidFill>
                <a:latin typeface="Raavi" panose="020B0502040204020203" pitchFamily="34" charset="0"/>
                <a:cs typeface="Raavi" panose="020B0502040204020203" pitchFamily="34" charset="0"/>
              </a:rPr>
              <a:t>Return vs Print</a:t>
            </a:r>
            <a:br>
              <a:rPr lang="en-GB" b="1" i="1" dirty="0">
                <a:solidFill>
                  <a:schemeClr val="bg1"/>
                </a:solidFill>
                <a:latin typeface="Raavi" panose="020B0502040204020203" pitchFamily="34" charset="0"/>
                <a:cs typeface="Raavi" panose="020B0502040204020203" pitchFamily="34" charset="0"/>
              </a:rPr>
            </a:br>
            <a:endParaRPr lang="en-GB" b="1" i="1" dirty="0">
              <a:solidFill>
                <a:schemeClr val="bg1"/>
              </a:solidFill>
              <a:latin typeface="Raavi" panose="020B0502040204020203" pitchFamily="34" charset="0"/>
              <a:cs typeface="Raav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DF90-E886-653F-681A-5B865C30F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print() displays something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return gives a value back to the program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Example: </a:t>
            </a:r>
            <a:r>
              <a:rPr lang="en-GB" sz="2400" b="1" dirty="0"/>
              <a:t>Python Code: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def square(x):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   return x * x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62985280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7A174-0C03-9C8E-C568-B3A40BD2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Temperature Converter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A3AE-2B58-9568-B65F-0061E85E3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def </a:t>
            </a:r>
            <a:r>
              <a:rPr lang="en-GB" sz="2400" dirty="0" err="1"/>
              <a:t>c_to_f</a:t>
            </a:r>
            <a:r>
              <a:rPr lang="en-GB" sz="2400" dirty="0"/>
              <a:t>(c):</a:t>
            </a:r>
          </a:p>
          <a:p>
            <a:pPr marL="0" indent="0">
              <a:buNone/>
            </a:pPr>
            <a:r>
              <a:rPr lang="en-GB" sz="2400" dirty="0"/>
              <a:t>    return (c * 9/5) + 32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print(</a:t>
            </a:r>
            <a:r>
              <a:rPr lang="en-GB" sz="2400" dirty="0" err="1"/>
              <a:t>c_to_f</a:t>
            </a:r>
            <a:r>
              <a:rPr lang="en-GB" sz="2400" dirty="0"/>
              <a:t>(20))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06160277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888AC-0BF2-2DD8-BE75-64390F81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Real‑World Example: Password Strength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C6FC9-A368-C40B-EADB-2612DDEC9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def </a:t>
            </a:r>
            <a:r>
              <a:rPr lang="en-GB" sz="2400" dirty="0" err="1"/>
              <a:t>is_strong</a:t>
            </a:r>
            <a:r>
              <a:rPr lang="en-GB" sz="2400" dirty="0"/>
              <a:t>(password):</a:t>
            </a:r>
          </a:p>
          <a:p>
            <a:pPr marL="0" indent="0">
              <a:buNone/>
            </a:pPr>
            <a:r>
              <a:rPr lang="en-GB" sz="2400" dirty="0"/>
              <a:t>    return </a:t>
            </a:r>
            <a:r>
              <a:rPr lang="en-GB" sz="2400" dirty="0" err="1"/>
              <a:t>len</a:t>
            </a:r>
            <a:r>
              <a:rPr lang="en-GB" sz="2400" dirty="0"/>
              <a:t>(password) &gt;= 8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9577041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1D443-574D-6994-7701-D561C95CB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</a:rPr>
              <a:t>Variable Scope</a:t>
            </a:r>
            <a:br>
              <a:rPr lang="en-GB" sz="3200" b="1" dirty="0">
                <a:solidFill>
                  <a:schemeClr val="bg1"/>
                </a:solidFill>
              </a:rPr>
            </a:b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6239D-0EEC-A06C-6851-B7E676DFD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Variables</a:t>
            </a:r>
            <a:r>
              <a:rPr lang="en-GB" sz="2400" dirty="0"/>
              <a:t> inside a function are </a:t>
            </a:r>
            <a:r>
              <a:rPr lang="en-GB" sz="2400" b="1" dirty="0"/>
              <a:t>local</a:t>
            </a:r>
            <a:r>
              <a:rPr lang="en-GB" sz="2400" dirty="0"/>
              <a:t>.</a:t>
            </a:r>
          </a:p>
          <a:p>
            <a:r>
              <a:rPr lang="en-GB" sz="2400" b="1" dirty="0"/>
              <a:t>Python:</a:t>
            </a:r>
          </a:p>
          <a:p>
            <a:pPr marL="0" indent="0">
              <a:buNone/>
            </a:pPr>
            <a:r>
              <a:rPr lang="en-GB" sz="2400" dirty="0"/>
              <a:t>def test():</a:t>
            </a:r>
          </a:p>
          <a:p>
            <a:pPr marL="0" indent="0">
              <a:buNone/>
            </a:pPr>
            <a:r>
              <a:rPr lang="en-GB" sz="2400" dirty="0"/>
              <a:t>    x = 10  # local variable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Outside the function, </a:t>
            </a:r>
            <a:r>
              <a:rPr lang="en-GB" dirty="0"/>
              <a:t>x</a:t>
            </a:r>
            <a:r>
              <a:rPr lang="en-GB" sz="2400" dirty="0"/>
              <a:t> does not exist.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7091297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EAA3C-EA76-8195-F59A-35C8E3A3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Global Variables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06FCE-BF0B-5AA4-0554-94F42E80F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Python:</a:t>
            </a:r>
          </a:p>
          <a:p>
            <a:pPr marL="0" indent="0">
              <a:buNone/>
            </a:pPr>
            <a:r>
              <a:rPr lang="en-GB" sz="2400" dirty="0"/>
              <a:t>x = 5</a:t>
            </a:r>
          </a:p>
          <a:p>
            <a:pPr marL="0" indent="0">
              <a:buNone/>
            </a:pPr>
            <a:r>
              <a:rPr lang="en-GB" sz="2400" dirty="0"/>
              <a:t>def show():</a:t>
            </a:r>
          </a:p>
          <a:p>
            <a:pPr marL="0" indent="0">
              <a:buNone/>
            </a:pPr>
            <a:r>
              <a:rPr lang="en-GB" sz="2400" dirty="0"/>
              <a:t>    print(x)</a:t>
            </a:r>
          </a:p>
          <a:p>
            <a:pPr marL="0" indent="0">
              <a:buNone/>
            </a:pPr>
            <a:endParaRPr lang="en-GB" sz="2400" b="1" dirty="0"/>
          </a:p>
          <a:p>
            <a:r>
              <a:rPr lang="en-GB" sz="2400" b="1" dirty="0"/>
              <a:t>Use global </a:t>
            </a:r>
            <a:r>
              <a:rPr lang="en-GB" sz="2400" dirty="0"/>
              <a:t>variables </a:t>
            </a:r>
            <a:r>
              <a:rPr lang="en-GB" sz="2400" b="1" dirty="0"/>
              <a:t>sparingly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96091408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B8CD6-0492-0F99-95FC-45328EA1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Functions Calling Functions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1A4E7-0925-5FEB-5AED-96E351D0A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dirty="0"/>
              <a:t>def double(x):</a:t>
            </a:r>
          </a:p>
          <a:p>
            <a:pPr marL="0" indent="0">
              <a:buNone/>
            </a:pPr>
            <a:r>
              <a:rPr lang="en-GB" sz="2400" dirty="0"/>
              <a:t>    return x * 2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def </a:t>
            </a:r>
            <a:r>
              <a:rPr lang="en-GB" sz="2400" dirty="0" err="1"/>
              <a:t>triple_and_double</a:t>
            </a:r>
            <a:r>
              <a:rPr lang="en-GB" sz="2400" dirty="0"/>
              <a:t>(x):</a:t>
            </a:r>
          </a:p>
          <a:p>
            <a:pPr marL="0" indent="0">
              <a:buNone/>
            </a:pPr>
            <a:r>
              <a:rPr lang="en-GB" sz="2400" dirty="0"/>
              <a:t>    return double(x * 3)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35252044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BD5B-7327-1F48-BEAD-60E3C407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Default Parameters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E7F81-BB15-2485-5C40-7984FCF33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 </a:t>
            </a:r>
          </a:p>
          <a:p>
            <a:pPr marL="0" indent="0">
              <a:buNone/>
            </a:pPr>
            <a:r>
              <a:rPr lang="en-GB" sz="2400"/>
              <a:t>def greet(name="friend"):</a:t>
            </a:r>
          </a:p>
          <a:p>
            <a:pPr marL="0" indent="0">
              <a:buNone/>
            </a:pPr>
            <a:r>
              <a:rPr lang="en-GB" sz="2400"/>
              <a:t>    print("Hello,", name)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greet()</a:t>
            </a:r>
          </a:p>
          <a:p>
            <a:pPr marL="0" indent="0">
              <a:buNone/>
            </a:pPr>
            <a:r>
              <a:rPr lang="en-GB" sz="2400"/>
              <a:t>greet("Sam")</a:t>
            </a:r>
          </a:p>
          <a:p>
            <a:pPr marL="0" indent="0">
              <a:buNone/>
            </a:pP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206482234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F5BDB-852C-E1BB-FDE1-B12C954D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Exercises &amp; Challenges</a:t>
            </a:r>
            <a:endParaRPr lang="en-GB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C9F62-4181-3630-BAF4-B8945BF2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538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b="1"/>
              <a:t>Exercise 1: Square a Number</a:t>
            </a:r>
          </a:p>
          <a:p>
            <a:r>
              <a:rPr lang="en-GB" sz="1900"/>
              <a:t>Write a function square(n) that returns n * n.</a:t>
            </a:r>
          </a:p>
          <a:p>
            <a:pPr marL="0" indent="0">
              <a:buNone/>
            </a:pPr>
            <a:r>
              <a:rPr lang="en-GB" sz="1900" b="1"/>
              <a:t>Exercise 2: Area of a Circle</a:t>
            </a:r>
          </a:p>
          <a:p>
            <a:r>
              <a:rPr lang="en-GB" sz="1900"/>
              <a:t>Function should: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Take radius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Return area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Use formula: πr²</a:t>
            </a:r>
          </a:p>
          <a:p>
            <a:pPr marL="0" indent="0">
              <a:buNone/>
            </a:pPr>
            <a:r>
              <a:rPr lang="en-GB" sz="1900" b="1"/>
              <a:t>Exercise 3: Word Counter</a:t>
            </a:r>
          </a:p>
          <a:p>
            <a:r>
              <a:rPr lang="en-GB" sz="1900"/>
              <a:t>Write a function that: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Takes a sentence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900"/>
              <a:t>Returns number of words</a:t>
            </a:r>
          </a:p>
          <a:p>
            <a:pPr marL="0" indent="0">
              <a:buNone/>
            </a:pPr>
            <a:endParaRPr lang="en-GB" sz="1900"/>
          </a:p>
          <a:p>
            <a:pPr marL="0" indent="0">
              <a:buNone/>
            </a:pPr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122751315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B7166-502B-53CC-B824-9F938A954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en-GB" sz="40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D3477-6B85-A753-E15F-AEA93DA5E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066595"/>
            <a:ext cx="9880893" cy="4791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Challenge 1: Calculator Function</a:t>
            </a:r>
          </a:p>
          <a:p>
            <a:r>
              <a:rPr lang="en-GB" sz="2400" dirty="0"/>
              <a:t>Create a function that: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Takes two numbers + an operator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Returns the result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/>
              <a:t>Example: calculate(5, 2, "*") → 10</a:t>
            </a:r>
          </a:p>
          <a:p>
            <a:pPr marL="0" indent="0">
              <a:buNone/>
            </a:pPr>
            <a:r>
              <a:rPr lang="en-GB" sz="2400" b="1" dirty="0"/>
              <a:t>Challenge 2: Palindrome Checker</a:t>
            </a:r>
          </a:p>
          <a:p>
            <a:r>
              <a:rPr lang="en-GB" sz="2400" dirty="0"/>
              <a:t>Write a function that returns True if a word reads the same backwards.</a:t>
            </a:r>
          </a:p>
          <a:p>
            <a:r>
              <a:rPr lang="en-GB" sz="2400" dirty="0"/>
              <a:t>Example: </a:t>
            </a:r>
          </a:p>
          <a:p>
            <a:pPr marL="457200" lvl="1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"level" → True </a:t>
            </a:r>
          </a:p>
          <a:p>
            <a:pPr marL="457200" lvl="1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"python" → False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7806142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177B8-DB84-D84B-3596-2627C6FD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Summary</a:t>
            </a:r>
            <a:endParaRPr lang="en-GB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FFF37-1AC9-C643-0397-44030A6E0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6406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/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define and call functions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use parameters and return values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The difference between print and return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scope affects variables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apply functions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solve function‑based exercises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456427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1570D-EA36-64F2-8601-6EADE2384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371" y="87405"/>
            <a:ext cx="8128210" cy="914401"/>
          </a:xfrm>
        </p:spPr>
        <p:txBody>
          <a:bodyPr anchor="t">
            <a:normAutofit fontScale="90000"/>
          </a:bodyPr>
          <a:lstStyle/>
          <a:p>
            <a:br>
              <a:rPr lang="en-GB" sz="2500" b="1" dirty="0"/>
            </a:br>
            <a:r>
              <a:rPr lang="en-GB" sz="2500" b="1" dirty="0"/>
              <a:t>Quiz (Functions): Multiple‑Choice Questions (10)</a:t>
            </a:r>
            <a:br>
              <a:rPr lang="en-GB" sz="2500" b="1" dirty="0"/>
            </a:br>
            <a:br>
              <a:rPr lang="en-GB" sz="2500" b="1" dirty="0"/>
            </a:br>
            <a:endParaRPr lang="en-GB" sz="2500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6CC244F5-1A4B-24C6-3C99-D480F3B53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745" y="242048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B01DA-C2AB-F15F-1216-984DF12B1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1156448"/>
            <a:ext cx="11352805" cy="5513293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GB" sz="1700" dirty="0"/>
          </a:p>
          <a:p>
            <a:pPr marL="0" indent="0">
              <a:buNone/>
            </a:pPr>
            <a:r>
              <a:rPr lang="en-GB" sz="1700" dirty="0"/>
              <a:t>1. What keyword is used to define a function? </a:t>
            </a:r>
          </a:p>
          <a:p>
            <a:pPr marL="0" indent="0">
              <a:buNone/>
            </a:pPr>
            <a:r>
              <a:rPr lang="en-GB" sz="1700" dirty="0"/>
              <a:t>      A. </a:t>
            </a:r>
            <a:r>
              <a:rPr lang="en-GB" sz="1700" dirty="0" err="1"/>
              <a:t>func</a:t>
            </a:r>
            <a:r>
              <a:rPr lang="en-GB" sz="1700" dirty="0"/>
              <a:t> </a:t>
            </a:r>
          </a:p>
          <a:p>
            <a:pPr marL="0" indent="0">
              <a:buNone/>
            </a:pPr>
            <a:r>
              <a:rPr lang="en-GB" sz="1700" dirty="0"/>
              <a:t>      B. define </a:t>
            </a:r>
          </a:p>
          <a:p>
            <a:pPr marL="0" indent="0">
              <a:buNone/>
            </a:pPr>
            <a:r>
              <a:rPr lang="en-GB" sz="1700" dirty="0"/>
              <a:t>      C. def </a:t>
            </a:r>
          </a:p>
          <a:p>
            <a:pPr marL="0" indent="0">
              <a:buNone/>
            </a:pPr>
            <a:r>
              <a:rPr lang="en-GB" sz="1700" dirty="0"/>
              <a:t>      D. function</a:t>
            </a:r>
          </a:p>
          <a:p>
            <a:pPr marL="0" indent="0">
              <a:buNone/>
            </a:pPr>
            <a:r>
              <a:rPr lang="en-GB" sz="1700" dirty="0"/>
              <a:t>2. What is a parameter? </a:t>
            </a:r>
          </a:p>
          <a:p>
            <a:pPr marL="0" indent="0">
              <a:buNone/>
            </a:pPr>
            <a:r>
              <a:rPr lang="en-GB" sz="1700" dirty="0"/>
              <a:t>       A. A value returned by a function</a:t>
            </a:r>
          </a:p>
          <a:p>
            <a:pPr marL="0" indent="0">
              <a:buNone/>
            </a:pPr>
            <a:r>
              <a:rPr lang="en-GB" sz="1700" dirty="0"/>
              <a:t>      B. A placeholder inside a function </a:t>
            </a:r>
          </a:p>
          <a:p>
            <a:pPr marL="0" indent="0">
              <a:buNone/>
            </a:pPr>
            <a:r>
              <a:rPr lang="en-GB" sz="1700" dirty="0"/>
              <a:t>      C. A loop variable </a:t>
            </a:r>
          </a:p>
          <a:p>
            <a:pPr marL="0" indent="0">
              <a:buNone/>
            </a:pPr>
            <a:r>
              <a:rPr lang="en-GB" sz="1700" dirty="0"/>
              <a:t>      D. A built‑in function</a:t>
            </a:r>
          </a:p>
          <a:p>
            <a:pPr marL="0" indent="0">
              <a:buNone/>
            </a:pPr>
            <a:r>
              <a:rPr lang="en-GB" sz="1700" dirty="0"/>
              <a:t>3. What does return do? </a:t>
            </a:r>
          </a:p>
          <a:p>
            <a:pPr marL="0" indent="0">
              <a:buNone/>
            </a:pPr>
            <a:r>
              <a:rPr lang="en-GB" sz="1700" dirty="0"/>
              <a:t>       A. Prints text </a:t>
            </a:r>
          </a:p>
          <a:p>
            <a:pPr marL="0" indent="0">
              <a:buNone/>
            </a:pPr>
            <a:r>
              <a:rPr lang="en-GB" sz="1700" dirty="0"/>
              <a:t>       B. Stops the program </a:t>
            </a:r>
          </a:p>
          <a:p>
            <a:pPr marL="0" indent="0">
              <a:buNone/>
            </a:pPr>
            <a:r>
              <a:rPr lang="en-GB" sz="1700" dirty="0"/>
              <a:t>       C. Sends a value back from a function </a:t>
            </a:r>
          </a:p>
          <a:p>
            <a:pPr marL="0" indent="0">
              <a:buNone/>
            </a:pPr>
            <a:r>
              <a:rPr lang="en-GB" sz="1700" dirty="0"/>
              <a:t>       D. Creates a variable</a:t>
            </a:r>
          </a:p>
          <a:p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67482474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0130B-06D6-466D-F1D5-016645FEB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FFFFFF"/>
                </a:solidFill>
              </a:rPr>
              <a:t>Quiz (Functions)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73508-BCB7-6290-8A51-728C27A3D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4. What is the output of this code?</a:t>
            </a:r>
          </a:p>
          <a:p>
            <a:pPr marL="0" indent="0">
              <a:buNone/>
            </a:pPr>
            <a:r>
              <a:rPr lang="en-GB" sz="2000" dirty="0"/>
              <a:t>def add(a, b):</a:t>
            </a:r>
          </a:p>
          <a:p>
            <a:pPr marL="0" indent="0">
              <a:buNone/>
            </a:pPr>
            <a:r>
              <a:rPr lang="en-GB" sz="2000" dirty="0"/>
              <a:t>    return a + b</a:t>
            </a:r>
          </a:p>
          <a:p>
            <a:pPr marL="0" indent="0">
              <a:buNone/>
            </a:pPr>
            <a:r>
              <a:rPr lang="en-GB" sz="2000" dirty="0"/>
              <a:t>print(add(2, 3))</a:t>
            </a:r>
          </a:p>
          <a:p>
            <a:pPr marL="0" indent="0">
              <a:buNone/>
            </a:pPr>
            <a:endParaRPr lang="en-GB" sz="2000" dirty="0"/>
          </a:p>
          <a:p>
            <a:pPr marL="514350" indent="-514350"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23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5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a + b </a:t>
            </a:r>
          </a:p>
          <a:p>
            <a:pPr marL="514350" indent="-514350"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Error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6527352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63D3D-A9E6-4196-2BC6-EA927BFBC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FFFFFF"/>
                </a:solidFill>
              </a:rPr>
              <a:t>Quiz (Functions)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1BC61-BDB4-A839-8C92-8288BFDD1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292" y="1800810"/>
            <a:ext cx="9724031" cy="5057190"/>
          </a:xfrm>
        </p:spPr>
        <p:txBody>
          <a:bodyPr anchor="ctr">
            <a:normAutofit lnSpcReduction="10000"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5. What is a local variable?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A. A variable inside a function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B. A variable outside all functions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C. A variable that never changes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D. A built‑in variable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6. What happens if a function has no return statement?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It returns 0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It returns None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It crashes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UcPeriod"/>
            </a:pPr>
            <a:r>
              <a:rPr lang="en-US" altLang="en-US" sz="2000" dirty="0">
                <a:latin typeface="Arial" panose="020B0604020202020204" pitchFamily="34" charset="0"/>
              </a:rPr>
              <a:t>It prints automatically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58559855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AF8F4-3368-6725-E55C-2C651DB92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n-GB" sz="5400" b="1" dirty="0"/>
              <a:t>Quiz (Functions)</a:t>
            </a:r>
            <a:endParaRPr lang="en-GB" sz="5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CB928-D211-D8BD-BCDB-BED384C34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7" y="2203078"/>
            <a:ext cx="10557082" cy="414784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7. What is the output? </a:t>
            </a:r>
            <a:endParaRPr lang="en-GB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Python code: </a:t>
            </a: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def greet(name="friend"):</a:t>
            </a: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    print("Hello,", name)</a:t>
            </a:r>
          </a:p>
          <a:p>
            <a:pPr marL="0" indent="0">
              <a:buNone/>
            </a:pPr>
            <a:r>
              <a:rPr lang="en-GB" sz="2100" dirty="0">
                <a:latin typeface="Arial" panose="020B0604020202020204" pitchFamily="34" charset="0"/>
                <a:cs typeface="Arial" panose="020B0604020202020204" pitchFamily="34" charset="0"/>
              </a:rPr>
              <a:t>greet()</a:t>
            </a:r>
          </a:p>
          <a:p>
            <a:pPr marL="457200" indent="-457200">
              <a:buAutoNum type="alphaUcPeriod"/>
            </a:pPr>
            <a:r>
              <a:rPr lang="nn-NO" sz="2400" dirty="0"/>
              <a:t>Error </a:t>
            </a:r>
          </a:p>
          <a:p>
            <a:pPr marL="457200" indent="-457200">
              <a:buAutoNum type="alphaUcPeriod"/>
            </a:pPr>
            <a:r>
              <a:rPr lang="nn-NO" sz="2400" dirty="0"/>
              <a:t>Hello</a:t>
            </a:r>
          </a:p>
          <a:p>
            <a:pPr marL="457200" indent="-457200">
              <a:buAutoNum type="alphaUcPeriod"/>
            </a:pPr>
            <a:r>
              <a:rPr lang="nn-NO" sz="2400" dirty="0"/>
              <a:t>Hello, friend </a:t>
            </a:r>
          </a:p>
          <a:p>
            <a:pPr marL="457200" indent="-457200">
              <a:buAutoNum type="alphaUcPeriod"/>
            </a:pPr>
            <a:r>
              <a:rPr lang="nn-NO" sz="2400" dirty="0"/>
              <a:t>friend</a:t>
            </a:r>
            <a:endParaRPr lang="en-GB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8663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C7750-60AE-A5B1-B07E-B6DD3988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n-GB" sz="5400" b="1" dirty="0"/>
              <a:t>Quiz (Functions)</a:t>
            </a:r>
            <a:endParaRPr lang="en-GB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13349-B5F7-0ADC-96C7-CA50388D9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500"/>
              <a:t>8. Which of these calls the function correctly? </a:t>
            </a:r>
          </a:p>
          <a:p>
            <a:pPr marL="514350" indent="-514350">
              <a:buAutoNum type="alphaUcPeriod"/>
            </a:pPr>
            <a:r>
              <a:rPr lang="en-GB" sz="1500"/>
              <a:t>call greet </a:t>
            </a:r>
          </a:p>
          <a:p>
            <a:pPr marL="514350" indent="-514350">
              <a:buAutoNum type="alphaUcPeriod"/>
            </a:pPr>
            <a:r>
              <a:rPr lang="en-GB" sz="1500"/>
              <a:t>greet </a:t>
            </a:r>
          </a:p>
          <a:p>
            <a:pPr marL="514350" indent="-514350">
              <a:buAutoNum type="alphaUcPeriod"/>
            </a:pPr>
            <a:r>
              <a:rPr lang="en-GB" sz="1500"/>
              <a:t>greet() </a:t>
            </a:r>
          </a:p>
          <a:p>
            <a:pPr marL="514350" indent="-514350">
              <a:buAutoNum type="alphaUcPeriod"/>
            </a:pPr>
            <a:r>
              <a:rPr lang="en-GB" sz="1500"/>
              <a:t>run greet</a:t>
            </a:r>
          </a:p>
          <a:p>
            <a:pPr marL="0" indent="0">
              <a:buNone/>
            </a:pPr>
            <a:r>
              <a:rPr lang="en-GB" sz="1500"/>
              <a:t>9. What is the purpose of parameters? </a:t>
            </a:r>
          </a:p>
          <a:p>
            <a:pPr marL="0" indent="0">
              <a:buNone/>
            </a:pPr>
            <a:r>
              <a:rPr lang="en-GB" sz="1500"/>
              <a:t>A. To store global variables </a:t>
            </a:r>
          </a:p>
          <a:p>
            <a:pPr marL="0" indent="0">
              <a:buNone/>
            </a:pPr>
            <a:r>
              <a:rPr lang="en-GB" sz="1500"/>
              <a:t>B. To allow functions to accept input </a:t>
            </a:r>
          </a:p>
          <a:p>
            <a:pPr marL="0" indent="0">
              <a:buNone/>
            </a:pPr>
            <a:r>
              <a:rPr lang="en-GB" sz="1500"/>
              <a:t>C. To stop loops </a:t>
            </a:r>
          </a:p>
          <a:p>
            <a:pPr marL="0" indent="0">
              <a:buNone/>
            </a:pPr>
            <a:r>
              <a:rPr lang="en-GB" sz="1500"/>
              <a:t>D. To print text</a:t>
            </a:r>
          </a:p>
        </p:txBody>
      </p:sp>
    </p:spTree>
    <p:extLst>
      <p:ext uri="{BB962C8B-B14F-4D97-AF65-F5344CB8AC3E}">
        <p14:creationId xmlns:p14="http://schemas.microsoft.com/office/powerpoint/2010/main" val="373748949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617A96EA-04E5-C6A6-06B1-38E69EE33F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43" r="18698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AE749-0FB7-0AF6-DA9E-9B861DF22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 b="1"/>
              <a:t>Quiz (Functions)</a:t>
            </a:r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1C1D6-E5AC-AE9B-948B-909B06AE1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825" y="2320117"/>
            <a:ext cx="5952460" cy="39540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dirty="0"/>
              <a:t>10. What is the output?</a:t>
            </a:r>
          </a:p>
          <a:p>
            <a:pPr marL="0" indent="0">
              <a:buNone/>
            </a:pPr>
            <a:r>
              <a:rPr lang="en-GB" sz="1900" dirty="0"/>
              <a:t>Python code:</a:t>
            </a:r>
          </a:p>
          <a:p>
            <a:pPr marL="0" indent="0">
              <a:buNone/>
            </a:pPr>
            <a:r>
              <a:rPr lang="en-GB" sz="1900" dirty="0"/>
              <a:t>def double(x):</a:t>
            </a:r>
          </a:p>
          <a:p>
            <a:pPr marL="0" indent="0">
              <a:buNone/>
            </a:pPr>
            <a:r>
              <a:rPr lang="en-GB" sz="1900" dirty="0"/>
              <a:t>    return x * 2</a:t>
            </a:r>
          </a:p>
          <a:p>
            <a:pPr marL="0" indent="0">
              <a:buNone/>
            </a:pPr>
            <a:r>
              <a:rPr lang="en-GB" sz="1900" dirty="0"/>
              <a:t>print(double(4))</a:t>
            </a:r>
          </a:p>
          <a:p>
            <a:pPr marL="514350" indent="-514350">
              <a:buAutoNum type="alphaUcPeriod"/>
            </a:pPr>
            <a:r>
              <a:rPr lang="en-GB" sz="1900" dirty="0"/>
              <a:t>2 </a:t>
            </a:r>
          </a:p>
          <a:p>
            <a:pPr marL="514350" indent="-514350">
              <a:buAutoNum type="alphaUcPeriod"/>
            </a:pPr>
            <a:r>
              <a:rPr lang="en-GB" sz="1900" dirty="0"/>
              <a:t>4 </a:t>
            </a:r>
          </a:p>
          <a:p>
            <a:pPr marL="514350" indent="-514350">
              <a:buAutoNum type="alphaUcPeriod"/>
            </a:pPr>
            <a:r>
              <a:rPr lang="en-GB" sz="1900" dirty="0"/>
              <a:t>6 </a:t>
            </a:r>
          </a:p>
          <a:p>
            <a:pPr marL="514350" indent="-514350">
              <a:buAutoNum type="alphaUcPeriod"/>
            </a:pPr>
            <a:r>
              <a:rPr lang="en-GB" sz="19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034441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16757-F796-4FA8-D7CC-9F026FF3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📘 Module 6 — Quiz Answer Key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4D31B56C-DB50-1BB0-F062-A46005066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90862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949568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571A5-F558-8A83-030B-7571FADEE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03" y="388582"/>
            <a:ext cx="6906313" cy="883773"/>
          </a:xfrm>
        </p:spPr>
        <p:txBody>
          <a:bodyPr>
            <a:normAutofit fontScale="90000"/>
          </a:bodyPr>
          <a:lstStyle/>
          <a:p>
            <a:br>
              <a:rPr lang="en-GB" sz="2800" b="1" dirty="0">
                <a:solidFill>
                  <a:schemeClr val="tx2"/>
                </a:solidFill>
              </a:rPr>
            </a:br>
            <a:br>
              <a:rPr lang="en-GB" sz="2800" b="1" dirty="0">
                <a:solidFill>
                  <a:schemeClr val="tx2"/>
                </a:solidFill>
              </a:rPr>
            </a:br>
            <a:r>
              <a:rPr lang="en-GB" sz="2800" b="1" dirty="0">
                <a:solidFill>
                  <a:schemeClr val="tx2"/>
                </a:solidFill>
              </a:rPr>
              <a:t>Module 7: Lists &amp; Collections Learning Objectives</a:t>
            </a:r>
            <a:br>
              <a:rPr lang="en-GB" sz="2800" b="1" dirty="0">
                <a:solidFill>
                  <a:schemeClr val="tx2"/>
                </a:solidFill>
              </a:rPr>
            </a:br>
            <a:br>
              <a:rPr lang="en-GB" sz="2800" b="1" dirty="0">
                <a:solidFill>
                  <a:schemeClr val="tx2"/>
                </a:solidFill>
              </a:rPr>
            </a:br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EFC2F-450E-4FE5-526F-63C3F9B0A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03" y="1325338"/>
            <a:ext cx="6083293" cy="473563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2"/>
                </a:solidFill>
              </a:rPr>
              <a:t>By the end of this module, learners will be able to: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Understand what lists are and why they’re useful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Create and access list elements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Modify lists using built‑in methods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Slice lists to extract sub‑sequences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Iterate over lists using loops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Use lists in real‑world programs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tx2"/>
                </a:solidFill>
              </a:rPr>
              <a:t>Solve list‑based exercises</a:t>
            </a:r>
          </a:p>
          <a:p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98720B32-5093-9E32-2381-C1FA671E0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4887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D9C30-F310-831F-9794-6960510F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br>
              <a:rPr lang="en-GB" b="1"/>
            </a:br>
            <a:r>
              <a:rPr lang="en-GB" b="1"/>
              <a:t>What Is a List?</a:t>
            </a:r>
            <a:br>
              <a:rPr lang="en-GB" b="1"/>
            </a:br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F0C8E184-6DEA-2932-78DA-5D04BAE4B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2621" y="3555468"/>
            <a:ext cx="2450885" cy="2450885"/>
          </a:xfrm>
          <a:prstGeom prst="rect">
            <a:avLst/>
          </a:prstGeom>
        </p:spPr>
      </p:pic>
      <p:sp>
        <p:nvSpPr>
          <p:cNvPr id="29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7314C-2758-AE5E-7DD0-B98FBAC34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r>
              <a:rPr lang="en-GB" sz="2000"/>
              <a:t>A </a:t>
            </a:r>
            <a:r>
              <a:rPr lang="en-GB" sz="2000" b="1"/>
              <a:t>list</a:t>
            </a:r>
            <a:r>
              <a:rPr lang="en-GB" sz="2000"/>
              <a:t> is an ordered, changeable collection of items.</a:t>
            </a:r>
          </a:p>
          <a:p>
            <a:r>
              <a:rPr lang="en-GB" sz="2000"/>
              <a:t>Examples:</a:t>
            </a:r>
          </a:p>
          <a:p>
            <a:pPr marL="0" indent="0">
              <a:buNone/>
            </a:pPr>
            <a:r>
              <a:rPr lang="en-GB" sz="2000" b="1"/>
              <a:t>   Python code:</a:t>
            </a:r>
          </a:p>
          <a:p>
            <a:pPr marL="0" indent="0">
              <a:buNone/>
            </a:pPr>
            <a:r>
              <a:rPr lang="en-GB" sz="2000"/>
              <a:t>numbers = [1, 2, 3]</a:t>
            </a:r>
          </a:p>
          <a:p>
            <a:pPr marL="0" indent="0">
              <a:buNone/>
            </a:pPr>
            <a:r>
              <a:rPr lang="en-GB" sz="2000"/>
              <a:t>fruits = ["apple", "banana", "cherry"]</a:t>
            </a:r>
          </a:p>
          <a:p>
            <a:pPr marL="0" indent="0">
              <a:buNone/>
            </a:pPr>
            <a:r>
              <a:rPr lang="en-GB" sz="2000"/>
              <a:t>mixed = [1, "hi", True]</a:t>
            </a:r>
          </a:p>
          <a:p>
            <a:r>
              <a:rPr lang="en-GB" sz="2000"/>
              <a:t>Lists can store: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Numbers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Strings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>
                <a:latin typeface="Arial" panose="020B0604020202020204" pitchFamily="34" charset="0"/>
              </a:rPr>
              <a:t>Booleans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>
                <a:latin typeface="Arial" panose="020B0604020202020204" pitchFamily="34" charset="0"/>
              </a:rPr>
              <a:t>Other lists</a:t>
            </a:r>
          </a:p>
          <a:p>
            <a:pPr marL="457200" lvl="1" indent="0">
              <a:buNone/>
            </a:pPr>
            <a:endParaRPr lang="en-US" altLang="en-US" sz="2000">
              <a:latin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GB" sz="2000"/>
          </a:p>
          <a:p>
            <a:pPr lvl="1">
              <a:buFont typeface="Wingdings" panose="05000000000000000000" pitchFamily="2" charset="2"/>
              <a:buChar char="Ø"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0205224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1F1F8-A200-49D2-7226-50168836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Accessing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2F382-D5D2-0101-30D8-29AB24B9E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Python code:</a:t>
            </a:r>
          </a:p>
          <a:p>
            <a:pPr marL="0" indent="0">
              <a:buNone/>
            </a:pPr>
            <a:r>
              <a:rPr lang="fr-FR" sz="2000" dirty="0"/>
              <a:t>fruits = ["</a:t>
            </a:r>
            <a:r>
              <a:rPr lang="fr-FR" sz="2000" dirty="0" err="1"/>
              <a:t>apple</a:t>
            </a:r>
            <a:r>
              <a:rPr lang="fr-FR" sz="2000" dirty="0"/>
              <a:t>", "banana", "cherry"]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 err="1"/>
              <a:t>print</a:t>
            </a:r>
            <a:r>
              <a:rPr lang="fr-FR" sz="2000" dirty="0"/>
              <a:t>(fruits[0])  # </a:t>
            </a:r>
            <a:r>
              <a:rPr lang="fr-FR" sz="2000" dirty="0" err="1"/>
              <a:t>apple</a:t>
            </a:r>
            <a:endParaRPr lang="fr-FR" sz="2000" dirty="0"/>
          </a:p>
          <a:p>
            <a:pPr marL="0" indent="0">
              <a:buNone/>
            </a:pPr>
            <a:r>
              <a:rPr lang="fr-FR" sz="2000" dirty="0" err="1"/>
              <a:t>print</a:t>
            </a:r>
            <a:r>
              <a:rPr lang="fr-FR" sz="2000" dirty="0"/>
              <a:t>(fruits[2])  # cherry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Negative indexing:</a:t>
            </a:r>
          </a:p>
          <a:p>
            <a:pPr marL="0" indent="0">
              <a:buNone/>
            </a:pPr>
            <a:r>
              <a:rPr lang="en-GB" sz="2000" dirty="0"/>
              <a:t>fruits[-1]  # cherry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34840029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E5876-A920-7D37-D4E5-303E7907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Modifying Lists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08E35-F26D-7E1B-325C-B0A15D748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dirty="0"/>
              <a:t>Lists are </a:t>
            </a:r>
            <a:r>
              <a:rPr lang="en-GB" sz="2400" b="1" dirty="0"/>
              <a:t>mutable</a:t>
            </a:r>
            <a:r>
              <a:rPr lang="en-GB" sz="2400" dirty="0"/>
              <a:t>.</a:t>
            </a:r>
          </a:p>
          <a:p>
            <a:r>
              <a:rPr lang="en-GB" sz="2400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fruits[1] = "blueberry"</a:t>
            </a:r>
          </a:p>
          <a:p>
            <a:r>
              <a:rPr lang="en-GB" sz="2400" dirty="0"/>
              <a:t>Result: ["apple", "blueberry", "cherry"]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5234792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7A833-5ECA-9DF6-1795-DA2C5570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Adding and removing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8208-AC29-48F3-494A-F2435D89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5" y="238603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b="1"/>
              <a:t>Python adding code:</a:t>
            </a:r>
          </a:p>
          <a:p>
            <a:pPr marL="0" indent="0">
              <a:buNone/>
            </a:pPr>
            <a:r>
              <a:rPr lang="en-GB" sz="2000"/>
              <a:t>fruits.append("orange")     # add to end</a:t>
            </a:r>
          </a:p>
          <a:p>
            <a:pPr marL="0" indent="0">
              <a:buNone/>
            </a:pPr>
            <a:r>
              <a:rPr lang="en-GB" sz="2000"/>
              <a:t>fruits.insert(1, "kiwi")    # insert at index</a:t>
            </a:r>
          </a:p>
          <a:p>
            <a:r>
              <a:rPr lang="en-GB" sz="2000" b="1"/>
              <a:t>Python removing code:</a:t>
            </a:r>
          </a:p>
          <a:p>
            <a:pPr marL="0" indent="0">
              <a:buNone/>
            </a:pPr>
            <a:r>
              <a:rPr lang="en-GB" sz="2000"/>
              <a:t>fruits.remove("apple")  # remove by value</a:t>
            </a:r>
          </a:p>
          <a:p>
            <a:pPr marL="0" indent="0">
              <a:buNone/>
            </a:pPr>
            <a:r>
              <a:rPr lang="en-GB" sz="2000"/>
              <a:t>fruits.pop(2)           # remove by index</a:t>
            </a:r>
          </a:p>
          <a:p>
            <a:r>
              <a:rPr lang="en-GB" sz="2000"/>
              <a:t>pop() returns the removed item.</a:t>
            </a:r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87093518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6F572-AB16-5486-B810-6956EF3C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GB" sz="3400" b="1" dirty="0">
                <a:solidFill>
                  <a:srgbClr val="FFFFFF"/>
                </a:solidFill>
              </a:rPr>
              <a:t>List Slicing</a:t>
            </a:r>
            <a:br>
              <a:rPr lang="en-GB" sz="3400" b="1" dirty="0">
                <a:solidFill>
                  <a:srgbClr val="FFFFFF"/>
                </a:solidFill>
              </a:rPr>
            </a:br>
            <a:endParaRPr lang="en-GB" sz="3400" b="1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5001BC4-D0B0-79CA-6C23-8EED86FA4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891970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Extract part of a list:</a:t>
            </a:r>
          </a:p>
          <a:p>
            <a:pPr marL="0" indent="0">
              <a:buNone/>
            </a:pPr>
            <a:r>
              <a:rPr lang="en-GB" sz="2000" b="1" dirty="0"/>
              <a:t>Python code:</a:t>
            </a:r>
          </a:p>
          <a:p>
            <a:pPr marL="0" indent="0">
              <a:buNone/>
            </a:pPr>
            <a:r>
              <a:rPr lang="en-GB" sz="2000" dirty="0"/>
              <a:t>numbers = [0, 1, 2, 3, 4, 5]</a:t>
            </a:r>
          </a:p>
          <a:p>
            <a:pPr marL="0" indent="0">
              <a:buNone/>
            </a:pPr>
            <a:r>
              <a:rPr lang="en-GB" sz="2000" dirty="0"/>
              <a:t>print(numbers[1:4])   # [1, 2, 3]</a:t>
            </a:r>
          </a:p>
          <a:p>
            <a:pPr marL="0" indent="0">
              <a:buNone/>
            </a:pPr>
            <a:r>
              <a:rPr lang="en-GB" sz="2000" dirty="0"/>
              <a:t>print(numbers[:3])    # [0, 1, 2]</a:t>
            </a:r>
          </a:p>
          <a:p>
            <a:pPr marL="0" indent="0">
              <a:buNone/>
            </a:pPr>
            <a:r>
              <a:rPr lang="en-GB" sz="2000" dirty="0"/>
              <a:t>print(numbers[3:])    # [3, 4, 5]</a:t>
            </a:r>
          </a:p>
          <a:p>
            <a:pPr marL="0" indent="0">
              <a:buNone/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95985678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62F91-8D45-1EC9-6F8D-7A0B08F2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b="1"/>
              <a:t>Looping Through Lists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67605-87C0-A2D2-18B6-AE53DADC9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for fruit in fruits:</a:t>
            </a:r>
          </a:p>
          <a:p>
            <a:pPr marL="0" indent="0">
              <a:buNone/>
            </a:pPr>
            <a:r>
              <a:rPr lang="en-GB" sz="2400" dirty="0"/>
              <a:t>    print(fruit)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Works with: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for loops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while loops (less common)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7567402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2C762-8EED-CA12-CF9D-6B06F6EA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br>
              <a:rPr lang="en-GB" sz="2200" b="1"/>
            </a:br>
            <a:r>
              <a:rPr lang="en-GB" sz="2200" b="1"/>
              <a:t>Checking Membership &amp; Useful List Methods</a:t>
            </a:r>
            <a:br>
              <a:rPr lang="en-GB" sz="2200" b="1"/>
            </a:br>
            <a:endParaRPr lang="en-GB" sz="2200" b="1"/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202A8F0B-FB2B-F711-1840-912338B90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5BFBC-2299-B2F7-0807-8ED69B472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4254501"/>
          </a:xfrm>
        </p:spPr>
        <p:txBody>
          <a:bodyPr>
            <a:normAutofit/>
          </a:bodyPr>
          <a:lstStyle/>
          <a:p>
            <a:r>
              <a:rPr lang="en-GB" sz="1900" b="1"/>
              <a:t>Python code:</a:t>
            </a:r>
          </a:p>
          <a:p>
            <a:pPr marL="0" indent="0">
              <a:buNone/>
            </a:pPr>
            <a:r>
              <a:rPr lang="en-GB" sz="1900"/>
              <a:t>if "banana" in fruits:</a:t>
            </a:r>
          </a:p>
          <a:p>
            <a:pPr marL="0" indent="0">
              <a:buNone/>
            </a:pPr>
            <a:r>
              <a:rPr lang="en-GB" sz="1900"/>
              <a:t>    print("Found it!")</a:t>
            </a:r>
          </a:p>
          <a:p>
            <a:pPr marL="0" indent="0">
              <a:buNone/>
            </a:pPr>
            <a:endParaRPr lang="en-GB" sz="1900"/>
          </a:p>
          <a:p>
            <a:r>
              <a:rPr lang="en-GB" sz="1900" b="1"/>
              <a:t>Useful List Methods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append() — add to end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insert() — add at index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remove() — remove by 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pop() — remove by index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sort() — sort list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reverse() — reverse order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1900"/>
              <a:t>len() — number of items</a:t>
            </a:r>
          </a:p>
          <a:p>
            <a:endParaRPr lang="en-GB" sz="1900" b="1"/>
          </a:p>
        </p:txBody>
      </p:sp>
    </p:spTree>
    <p:extLst>
      <p:ext uri="{BB962C8B-B14F-4D97-AF65-F5344CB8AC3E}">
        <p14:creationId xmlns:p14="http://schemas.microsoft.com/office/powerpoint/2010/main" val="180718616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DBC0F-22B8-4AA6-F5EB-5A387509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3" y="386930"/>
            <a:ext cx="11764502" cy="781699"/>
          </a:xfrm>
        </p:spPr>
        <p:txBody>
          <a:bodyPr anchor="b">
            <a:normAutofit/>
          </a:bodyPr>
          <a:lstStyle/>
          <a:p>
            <a:r>
              <a:rPr lang="en-GB" sz="4100" b="1" dirty="0"/>
              <a:t>Real‑World Example: Shopping Cart  &amp; Filtering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DF8DF-7322-2DF8-B20A-6CEBAC63F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22" y="2265456"/>
            <a:ext cx="6737724" cy="4108048"/>
          </a:xfrm>
        </p:spPr>
        <p:txBody>
          <a:bodyPr anchor="ctr">
            <a:noAutofit/>
          </a:bodyPr>
          <a:lstStyle/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Python shopping code: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cart = []</a:t>
            </a:r>
          </a:p>
          <a:p>
            <a:pPr marL="0" indent="0">
              <a:buNone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cart.append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("milk")</a:t>
            </a:r>
          </a:p>
          <a:p>
            <a:pPr marL="0" indent="0">
              <a:buNone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cart.append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("bread")</a:t>
            </a:r>
          </a:p>
          <a:p>
            <a:pPr marL="0" indent="0">
              <a:buNone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cart.append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("eggs")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print("Items in cart:", cart)</a:t>
            </a:r>
          </a:p>
          <a:p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Python Filtering Data code:</a:t>
            </a:r>
          </a:p>
          <a:p>
            <a:pPr marL="0" indent="0">
              <a:buNone/>
            </a:pP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nums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= [3, 8, 2, 7, 10]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evens = []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for n in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nums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   if n % 2 == 0: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evens.append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  <a:p>
            <a:pPr marL="0" indent="0">
              <a:buNone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print(evens)</a:t>
            </a:r>
          </a:p>
        </p:txBody>
      </p:sp>
      <p:pic>
        <p:nvPicPr>
          <p:cNvPr id="7" name="Graphic 6" descr="Shopping cart">
            <a:extLst>
              <a:ext uri="{FF2B5EF4-FFF2-40B4-BE49-F238E27FC236}">
                <a16:creationId xmlns:a16="http://schemas.microsoft.com/office/drawing/2014/main" id="{2BCDE88D-A22A-643F-7AFC-A56B802321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2173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4BF48-9A68-2233-1D58-439FF46B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Student Grades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91C7F-DC80-42B3-E58E-DC2C8E918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grades = [85, 92, 78, 90]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average = sum(grades) / </a:t>
            </a:r>
            <a:r>
              <a:rPr lang="en-GB" sz="2400" dirty="0" err="1"/>
              <a:t>len</a:t>
            </a:r>
            <a:r>
              <a:rPr lang="en-GB" sz="2400" dirty="0"/>
              <a:t>(grades)</a:t>
            </a:r>
          </a:p>
          <a:p>
            <a:pPr marL="0" indent="0">
              <a:buNone/>
            </a:pPr>
            <a:r>
              <a:rPr lang="en-GB" sz="2400" dirty="0"/>
              <a:t>print("Average:", average)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8898044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E1CF8-0A83-B071-9E3D-E952AC49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pPr algn="ctr"/>
            <a:br>
              <a:rPr lang="en-GB" sz="2600" b="1" dirty="0"/>
            </a:br>
            <a:r>
              <a:rPr lang="en-GB" sz="2600" b="1" dirty="0"/>
              <a:t>Exercises &amp; Challenges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84F67-7333-876F-3FBE-C124EDFD1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2" y="2347415"/>
            <a:ext cx="6484016" cy="3998794"/>
          </a:xfrm>
        </p:spPr>
        <p:txBody>
          <a:bodyPr anchor="ctr">
            <a:normAutofit fontScale="25000" lnSpcReduction="20000"/>
          </a:bodyPr>
          <a:lstStyle/>
          <a:p>
            <a:pPr marL="0" indent="0">
              <a:buNone/>
            </a:pPr>
            <a:endParaRPr lang="en-GB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7200" b="1" dirty="0">
                <a:latin typeface="Arial" panose="020B0604020202020204" pitchFamily="34" charset="0"/>
                <a:cs typeface="Arial" panose="020B0604020202020204" pitchFamily="34" charset="0"/>
              </a:rPr>
              <a:t>Exercise 1: First &amp; Last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dirty="0">
                <a:latin typeface="Arial" panose="020B0604020202020204" pitchFamily="34" charset="0"/>
                <a:cs typeface="Arial" panose="020B0604020202020204" pitchFamily="34" charset="0"/>
              </a:rPr>
              <a:t>Given a list, print the first and last items.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b="1" dirty="0">
                <a:latin typeface="Arial" panose="020B0604020202020204" pitchFamily="34" charset="0"/>
                <a:cs typeface="Arial" panose="020B0604020202020204" pitchFamily="34" charset="0"/>
              </a:rPr>
              <a:t>Exercise 2: Replace Item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dirty="0">
                <a:latin typeface="Arial" panose="020B0604020202020204" pitchFamily="34" charset="0"/>
                <a:cs typeface="Arial" panose="020B0604020202020204" pitchFamily="34" charset="0"/>
              </a:rPr>
              <a:t>Replace the second item in a list with "updated".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b="1" dirty="0">
                <a:latin typeface="Arial" panose="020B0604020202020204" pitchFamily="34" charset="0"/>
                <a:cs typeface="Arial" panose="020B0604020202020204" pitchFamily="34" charset="0"/>
              </a:rPr>
              <a:t>Exercise 3: Count Occurrences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dirty="0">
                <a:latin typeface="Arial" panose="020B0604020202020204" pitchFamily="34" charset="0"/>
                <a:cs typeface="Arial" panose="020B0604020202020204" pitchFamily="34" charset="0"/>
              </a:rPr>
              <a:t>Count how many times "a" appears in this list: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7200" dirty="0">
                <a:latin typeface="Arial" panose="020B0604020202020204" pitchFamily="34" charset="0"/>
                <a:cs typeface="Arial" panose="020B0604020202020204" pitchFamily="34" charset="0"/>
              </a:rPr>
              <a:t>letters = ["a", "b", "a", "c", "a"]</a:t>
            </a:r>
          </a:p>
          <a:p>
            <a:pPr marL="0" indent="0">
              <a:lnSpc>
                <a:spcPct val="150000"/>
              </a:lnSpc>
              <a:buNone/>
            </a:pPr>
            <a:endParaRPr lang="en-GB" sz="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6179D273-16C2-F241-ECC4-4A72238648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4474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6EE86-58EA-0362-1387-5C16EEA0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Challenges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84992-1417-76F5-ECFC-454B12A72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Challenge 1: Remove Duplicates</a:t>
            </a:r>
          </a:p>
          <a:p>
            <a:pPr marL="0" indent="0">
              <a:buNone/>
            </a:pPr>
            <a:r>
              <a:rPr lang="en-GB" sz="2400" dirty="0"/>
              <a:t>Given a list, create a new list with duplicates removed.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Challenge 2: List Reverser</a:t>
            </a:r>
          </a:p>
          <a:p>
            <a:pPr marL="0" indent="0">
              <a:buNone/>
            </a:pPr>
            <a:r>
              <a:rPr lang="en-GB" sz="2400" dirty="0"/>
              <a:t>Write a program that reverses a list </a:t>
            </a:r>
            <a:r>
              <a:rPr lang="en-GB" sz="2400" b="1" dirty="0"/>
              <a:t>without using</a:t>
            </a:r>
            <a:r>
              <a:rPr lang="en-GB" sz="2400" dirty="0"/>
              <a:t> .reverse().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8955010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324D63-77AB-A613-95AB-E4C74B3C2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</a:rPr>
              <a:t>Summary</a:t>
            </a:r>
            <a:br>
              <a:rPr lang="en-GB" sz="3200" b="1" dirty="0">
                <a:solidFill>
                  <a:schemeClr val="bg1"/>
                </a:solidFill>
              </a:rPr>
            </a:b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D2E4-DECA-9FB4-73BD-D21676AE8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What lists are and how to create them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access, modify, and slice lists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loop through lists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use list methods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apply lists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solve list‑based exercises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8814289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748EB-4DBB-9DEF-45AC-C4A8C0BB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pPr>
              <a:tabLst>
                <a:tab pos="1077913" algn="l"/>
              </a:tabLst>
            </a:pPr>
            <a:b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 (Lists &amp; Collections): Quiz (Lists &amp; Collections)</a:t>
            </a:r>
            <a:b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2402A-F515-0F0D-D911-F6574069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list in Python?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A. A single number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B. A collection of ordered, changeable items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C. A function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D. A loop                         </a:t>
            </a: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GB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What is the index of the first item in a list?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A. 1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B. -1 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C. 0</a:t>
            </a: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D. Depends on the list         </a:t>
            </a:r>
            <a:r>
              <a:rPr lang="en-GB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  <a:endParaRPr lang="en-GB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49912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1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642436FE-CFF0-26BE-34F3-BFF72C18C5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What does this print?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nums = [10, 20, 30]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print(nums[1])</a:t>
            </a:r>
          </a:p>
          <a:p>
            <a:pPr marL="342900" indent="-342900">
              <a:buAutoNum type="alphaUcPeriod"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marL="342900" indent="-342900">
              <a:buAutoNum type="alphaUcPeriod"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</a:t>
            </a:r>
          </a:p>
          <a:p>
            <a:pPr marL="342900" indent="-342900">
              <a:buAutoNum type="alphaUcPeriod"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30 </a:t>
            </a:r>
          </a:p>
          <a:p>
            <a:pPr marL="342900" indent="-342900">
              <a:buAutoNum type="alphaUcPeriod"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Error </a:t>
            </a:r>
          </a:p>
          <a:p>
            <a:pPr marL="0" indent="0">
              <a:buNone/>
            </a:pPr>
            <a:r>
              <a:rPr lang="en-GB" sz="19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</a:p>
          <a:p>
            <a:pPr marL="0" indent="0">
              <a:buNone/>
            </a:pPr>
            <a:r>
              <a:rPr lang="en-GB" sz="19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method adds an item to the end of a list?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A. add() 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B. push() 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C. append() </a:t>
            </a:r>
          </a:p>
          <a:p>
            <a:pPr marL="0" indent="0">
              <a:buNone/>
            </a:pPr>
            <a:r>
              <a:rPr lang="en-GB" sz="19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D. insert() </a:t>
            </a:r>
          </a:p>
          <a:p>
            <a:pPr marL="0" indent="0">
              <a:buNone/>
            </a:pPr>
            <a:r>
              <a:rPr lang="en-GB" sz="19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  <a:endParaRPr lang="en-GB" sz="19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43768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BF4ECE4-E7FD-B50D-CF2D-486CF6E3FD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What does pop() do?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Removes an item by value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Removes an item by index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 an item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Sorts the list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What is slicing used for?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 items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Copying part of a list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Sorting a list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ts val="600"/>
              </a:spcAft>
              <a:buAutoNum type="alphaUcPeriod"/>
            </a:pPr>
            <a:r>
              <a:rPr lang="en-US" altLang="en-US" sz="20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Reversing a list    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  <a:endParaRPr lang="en-US" altLang="en-US" sz="20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09137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754A-A97E-A747-AFF4-4BBC1E20E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</a:rPr>
              <a:t>7. </a:t>
            </a: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this print?</a:t>
            </a:r>
          </a:p>
          <a:p>
            <a:pPr marL="0" indent="0">
              <a:buNone/>
            </a:pPr>
            <a:r>
              <a:rPr lang="en-GB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  <a:endParaRPr lang="en-GB" sz="170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letters = ["a", "b", "c", "d"]</a:t>
            </a: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print(letters[1:3])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Prints the list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Prints each item one by one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Prints only the last item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Causes an error </a:t>
            </a:r>
          </a:p>
          <a:p>
            <a:pPr marL="0" indent="0">
              <a:buNone/>
            </a:pPr>
            <a:r>
              <a:rPr lang="en-GB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B</a:t>
            </a:r>
          </a:p>
          <a:p>
            <a:pPr marL="0" indent="0">
              <a:buNone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Which operator checks if an item is in a list?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</a:p>
          <a:p>
            <a:pPr marL="514350" indent="-514350">
              <a:buAutoNum type="alphaUcPeriod"/>
            </a:pPr>
            <a:r>
              <a:rPr lang="en-GB" sz="170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</a:t>
            </a:r>
          </a:p>
          <a:p>
            <a:pPr marL="0" indent="0">
              <a:buNone/>
            </a:pPr>
            <a:endParaRPr lang="en-GB" sz="1700" b="1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700" b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 C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13032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7911-3F3F-2C23-55D2-CC6B6C158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9. What does this code do?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for x in [1, 2, 3]: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print(x)</a:t>
            </a:r>
          </a:p>
          <a:p>
            <a:pPr marL="514350" indent="-514350">
              <a:buAutoNum type="alphaU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Prints the list </a:t>
            </a:r>
          </a:p>
          <a:p>
            <a:pPr marL="514350" indent="-514350">
              <a:buAutoNum type="alphaU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Prints each item one by one </a:t>
            </a:r>
          </a:p>
          <a:p>
            <a:pPr marL="514350" indent="-514350">
              <a:buAutoNum type="alphaU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Prints only the last item </a:t>
            </a:r>
          </a:p>
          <a:p>
            <a:pPr marL="514350" indent="-514350">
              <a:buAutoNum type="alphaUcPeriod"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Causes an error                 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Answer: B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10. Which of these is a valid list?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  A. {1, 2, 3}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  B. (1, 2, 3)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   C. [1, 2, 3]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       D. &lt;1, 2, 3&gt;    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GB" sz="2000" b="1" dirty="0">
                <a:solidFill>
                  <a:schemeClr val="tx1">
                    <a:alpha val="80000"/>
                  </a:schemeClr>
                </a:solidFill>
              </a:rPr>
              <a:t>Answer: C</a:t>
            </a: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67059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0B71270-8E96-743E-E7AD-CF563B41B95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60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5C691-EB0A-B394-2512-2A435AA14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Challenge Problems </a:t>
            </a:r>
            <a:endParaRPr lang="en-GB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807545A4-6F66-459E-BBCE-A42449569F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5882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3962153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47117-4382-CFC8-18B0-75CBDF26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 Key Multiple‑Choice</a:t>
            </a: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6BA3-5559-357D-5D87-4BF414AD7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endParaRPr lang="en-GB" sz="1700"/>
          </a:p>
        </p:txBody>
      </p:sp>
    </p:spTree>
    <p:extLst>
      <p:ext uri="{BB962C8B-B14F-4D97-AF65-F5344CB8AC3E}">
        <p14:creationId xmlns:p14="http://schemas.microsoft.com/office/powerpoint/2010/main" val="44978657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BCC56-FD18-A3C8-AF71-9BA6463B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Short‑Answer Solutions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EFEA5-088D-61CB-7576-B67828FB4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11. Example</a:t>
            </a:r>
          </a:p>
          <a:p>
            <a:pPr marL="0" indent="0">
              <a:buNone/>
            </a:pPr>
            <a:r>
              <a:rPr lang="en-GB" sz="2400" dirty="0"/>
              <a:t>animals = ["cat", "dog", "bird"]</a:t>
            </a:r>
          </a:p>
          <a:p>
            <a:pPr marL="0" indent="0">
              <a:buNone/>
            </a:pPr>
            <a:r>
              <a:rPr lang="en-GB" sz="2400" dirty="0"/>
              <a:t>12. </a:t>
            </a:r>
          </a:p>
          <a:p>
            <a:pPr marL="0" indent="0">
              <a:buNone/>
            </a:pPr>
            <a:r>
              <a:rPr lang="en-GB" sz="2400" dirty="0" err="1"/>
              <a:t>list_name</a:t>
            </a:r>
            <a:r>
              <a:rPr lang="en-GB" sz="2400" dirty="0"/>
              <a:t>[-1]</a:t>
            </a:r>
          </a:p>
          <a:p>
            <a:pPr marL="0" indent="0">
              <a:buNone/>
            </a:pPr>
            <a:r>
              <a:rPr lang="en-GB" sz="2400" dirty="0"/>
              <a:t>13.</a:t>
            </a:r>
          </a:p>
          <a:p>
            <a:r>
              <a:rPr lang="en-GB" sz="2400" dirty="0"/>
              <a:t> append() adds to the </a:t>
            </a:r>
            <a:r>
              <a:rPr lang="en-GB" sz="2400" b="1" dirty="0"/>
              <a:t>end</a:t>
            </a:r>
          </a:p>
          <a:p>
            <a:r>
              <a:rPr lang="en-GB" sz="2400" dirty="0"/>
              <a:t>insert(index, item) adds at a </a:t>
            </a:r>
            <a:r>
              <a:rPr lang="en-GB" sz="2400" b="1" dirty="0"/>
              <a:t>specific position</a:t>
            </a:r>
          </a:p>
          <a:p>
            <a:pPr marL="0" indent="0">
              <a:buNone/>
            </a:pPr>
            <a:r>
              <a:rPr lang="en-GB" sz="2400" b="1" dirty="0"/>
              <a:t>14.</a:t>
            </a:r>
          </a:p>
          <a:p>
            <a:pPr marL="0" indent="0">
              <a:buNone/>
            </a:pPr>
            <a:r>
              <a:rPr lang="en-GB" sz="2400" dirty="0" err="1"/>
              <a:t>nums</a:t>
            </a:r>
            <a:r>
              <a:rPr lang="en-GB" sz="2400" dirty="0"/>
              <a:t>[:3]</a:t>
            </a:r>
          </a:p>
          <a:p>
            <a:pPr marL="0" indent="0">
              <a:buNone/>
            </a:pPr>
            <a:r>
              <a:rPr lang="en-GB" sz="2400" dirty="0"/>
              <a:t>15.</a:t>
            </a:r>
          </a:p>
          <a:p>
            <a:pPr marL="0" indent="0">
              <a:buNone/>
            </a:pPr>
            <a:r>
              <a:rPr lang="en-GB" sz="2400" dirty="0"/>
              <a:t>Lists can be </a:t>
            </a:r>
            <a:r>
              <a:rPr lang="en-GB" sz="2400" b="1" dirty="0"/>
              <a:t>changed</a:t>
            </a:r>
            <a:r>
              <a:rPr lang="en-GB" sz="2400" dirty="0"/>
              <a:t> after creation (items can be added, removed, or modified).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8255501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B7B70-179A-A6B2-1401-D4BA14225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Challenge Solutions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B73EE-2CDF-227F-8962-16723FF30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177422"/>
            <a:ext cx="6906491" cy="599954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16.</a:t>
            </a:r>
          </a:p>
          <a:p>
            <a:pPr marL="0" indent="0">
              <a:buNone/>
            </a:pPr>
            <a:r>
              <a:rPr lang="en-GB" sz="2000" dirty="0"/>
              <a:t>count = 0</a:t>
            </a:r>
          </a:p>
          <a:p>
            <a:pPr marL="0" indent="0">
              <a:buNone/>
            </a:pPr>
            <a:r>
              <a:rPr lang="en-GB" sz="2000" dirty="0"/>
              <a:t>for letter in letters:</a:t>
            </a:r>
          </a:p>
          <a:p>
            <a:pPr marL="0" indent="0">
              <a:buNone/>
            </a:pPr>
            <a:r>
              <a:rPr lang="en-GB" sz="2000" dirty="0"/>
              <a:t>    if letter == "a":</a:t>
            </a:r>
          </a:p>
          <a:p>
            <a:pPr marL="0" indent="0">
              <a:buNone/>
            </a:pPr>
            <a:r>
              <a:rPr lang="en-GB" sz="2000" dirty="0"/>
              <a:t>        count += 1</a:t>
            </a:r>
          </a:p>
          <a:p>
            <a:pPr marL="0" indent="0">
              <a:buNone/>
            </a:pPr>
            <a:r>
              <a:rPr lang="en-GB" sz="2000" dirty="0"/>
              <a:t>17.</a:t>
            </a:r>
          </a:p>
          <a:p>
            <a:pPr marL="0" indent="0">
              <a:buNone/>
            </a:pPr>
            <a:r>
              <a:rPr lang="en-GB" sz="2000" dirty="0"/>
              <a:t>evens = []</a:t>
            </a:r>
          </a:p>
          <a:p>
            <a:pPr marL="0" indent="0">
              <a:buNone/>
            </a:pPr>
            <a:r>
              <a:rPr lang="en-GB" sz="2000" dirty="0"/>
              <a:t>for n in </a:t>
            </a:r>
            <a:r>
              <a:rPr lang="en-GB" sz="2000" dirty="0" err="1"/>
              <a:t>nums</a:t>
            </a:r>
            <a:r>
              <a:rPr lang="en-GB" sz="2000" dirty="0"/>
              <a:t>:</a:t>
            </a:r>
          </a:p>
          <a:p>
            <a:pPr marL="0" indent="0">
              <a:buNone/>
            </a:pPr>
            <a:r>
              <a:rPr lang="en-GB" sz="2000" dirty="0"/>
              <a:t>    if n % 2 == 0:</a:t>
            </a:r>
          </a:p>
          <a:p>
            <a:pPr marL="0" indent="0">
              <a:buNone/>
            </a:pPr>
            <a:r>
              <a:rPr lang="en-GB" sz="2000" dirty="0"/>
              <a:t>        </a:t>
            </a:r>
            <a:r>
              <a:rPr lang="en-GB" sz="2000" dirty="0" err="1"/>
              <a:t>evens.append</a:t>
            </a:r>
            <a:r>
              <a:rPr lang="en-GB" sz="2000" dirty="0"/>
              <a:t>(n)</a:t>
            </a:r>
          </a:p>
          <a:p>
            <a:pPr marL="0" indent="0">
              <a:buNone/>
            </a:pPr>
            <a:r>
              <a:rPr lang="en-GB" sz="2000" dirty="0"/>
              <a:t>18.</a:t>
            </a:r>
          </a:p>
          <a:p>
            <a:pPr marL="0" indent="0">
              <a:buNone/>
            </a:pPr>
            <a:r>
              <a:rPr lang="en-GB" sz="2000" dirty="0" err="1"/>
              <a:t>reversed_list</a:t>
            </a:r>
            <a:r>
              <a:rPr lang="en-GB" sz="2000" dirty="0"/>
              <a:t> = []</a:t>
            </a:r>
          </a:p>
          <a:p>
            <a:pPr marL="0" indent="0">
              <a:buNone/>
            </a:pPr>
            <a:r>
              <a:rPr lang="en-GB" sz="2000" dirty="0"/>
              <a:t>for item in original:</a:t>
            </a:r>
          </a:p>
          <a:p>
            <a:pPr marL="0" indent="0">
              <a:buNone/>
            </a:pPr>
            <a:r>
              <a:rPr lang="en-GB" sz="2000" dirty="0"/>
              <a:t>    </a:t>
            </a:r>
            <a:r>
              <a:rPr lang="en-GB" sz="2000" dirty="0" err="1"/>
              <a:t>reversed_list</a:t>
            </a:r>
            <a:r>
              <a:rPr lang="en-GB" sz="2000" dirty="0"/>
              <a:t> = [item] + </a:t>
            </a:r>
            <a:r>
              <a:rPr lang="en-GB" sz="2000" dirty="0" err="1"/>
              <a:t>reversed_list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8381636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1397F-FDAD-F45A-7E04-9A8CADB4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>
                <a:solidFill>
                  <a:srgbClr val="FFFFFF"/>
                </a:solidFill>
              </a:rPr>
              <a:t>Module 8 Dictionaries- Learning Objectives</a:t>
            </a:r>
            <a:br>
              <a:rPr lang="en-GB" sz="3400" b="1">
                <a:solidFill>
                  <a:srgbClr val="FFFFFF"/>
                </a:solidFill>
              </a:rPr>
            </a:br>
            <a:endParaRPr lang="en-GB" sz="34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7C5F3-84D3-9504-D6FE-DDA192B19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754" y="1758639"/>
            <a:ext cx="9724031" cy="492876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/>
              <a:t>By the end of this module, learners will be able to: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Understand what dictionaries are and why they’re useful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Create dictionaries with key–value pairs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Access, add, update, and remove items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Loop through keys, values, and items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Use dictionary methods effectively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Apply dictionaries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Solve dictionary‑based exercises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8705706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EA5F3-5734-32F5-A41F-215EDB9A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4000" b="1" dirty="0">
                <a:solidFill>
                  <a:srgbClr val="FFFFFF"/>
                </a:solidFill>
              </a:rPr>
            </a:br>
            <a:r>
              <a:rPr lang="en-GB" sz="4000" b="1" dirty="0">
                <a:solidFill>
                  <a:srgbClr val="FFFFFF"/>
                </a:solidFill>
              </a:rPr>
              <a:t>What Is a Dictionary?</a:t>
            </a:r>
            <a:br>
              <a:rPr lang="en-GB" sz="4000" b="1" dirty="0">
                <a:solidFill>
                  <a:srgbClr val="FFFFFF"/>
                </a:solidFill>
              </a:rPr>
            </a:br>
            <a:endParaRPr lang="en-GB" sz="40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3DBF9-887F-8A7F-72F5-2FCD2DE1C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1" y="1719618"/>
            <a:ext cx="10636280" cy="4954137"/>
          </a:xfrm>
        </p:spPr>
        <p:txBody>
          <a:bodyPr anchor="ctr">
            <a:norm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dictionary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stores data in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key–value pairs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student = {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"name": "Alex",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"age": 15,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   "grade": "A"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Keys must be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unique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Values can be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any </a:t>
            </a:r>
            <a:r>
              <a:rPr lang="en-GB" sz="1400" b="1" dirty="0"/>
              <a:t>type</a:t>
            </a:r>
            <a:r>
              <a:rPr lang="en-GB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29199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36154-2E07-0836-5DC0-EEFC6B16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Creating Dictionaries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00496-F6A5-43EC-8255-5202093C6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empty = {}</a:t>
            </a:r>
          </a:p>
          <a:p>
            <a:pPr marL="0" indent="0">
              <a:buNone/>
            </a:pPr>
            <a:r>
              <a:rPr lang="en-GB" sz="2400" dirty="0"/>
              <a:t>person = {"name": "Sam", "age": 20}</a:t>
            </a:r>
          </a:p>
          <a:p>
            <a:r>
              <a:rPr lang="en-GB" sz="2400" b="1" dirty="0"/>
              <a:t>Keys are usually:</a:t>
            </a:r>
          </a:p>
          <a:p>
            <a:pPr marL="0" indent="0">
              <a:buNone/>
            </a:pPr>
            <a:r>
              <a:rPr lang="en-GB" sz="2400" dirty="0"/>
              <a:t>Strings</a:t>
            </a:r>
          </a:p>
          <a:p>
            <a:pPr marL="0" indent="0">
              <a:buNone/>
            </a:pPr>
            <a:r>
              <a:rPr lang="en-GB" sz="2400" dirty="0"/>
              <a:t>Numbers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6584808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541E6-13A1-6E98-17DA-8D4664B4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Accessing Values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DCFB-B31D-90C3-8937-C3AD36914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person = {"name": "Sam", "age": 20}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print(person["name"])  # Sam</a:t>
            </a:r>
          </a:p>
          <a:p>
            <a:pPr marL="0" indent="0">
              <a:buNone/>
            </a:pPr>
            <a:r>
              <a:rPr lang="en-GB" sz="2400" dirty="0"/>
              <a:t>print(person["age"])   # 20</a:t>
            </a:r>
          </a:p>
          <a:p>
            <a:pPr marL="0" indent="0">
              <a:buNone/>
            </a:pP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70698437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88D8E-09A4-FC9A-F837-E2D0DF38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Adding &amp; Updating Values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8A15A-455A-DF2C-3806-002F60C0B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person["city"] = "London"     # add</a:t>
            </a:r>
          </a:p>
          <a:p>
            <a:pPr marL="0" indent="0">
              <a:buNone/>
            </a:pPr>
            <a:r>
              <a:rPr lang="en-GB" sz="2400"/>
              <a:t>person["age"] = 21            # update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75778607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50FA4-15E8-37A5-1564-1225A5FF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Removing Items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E8AB6-941F-5773-7B89-E41421FC1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person.pop("age")       # remove by key</a:t>
            </a:r>
          </a:p>
          <a:p>
            <a:pPr marL="0" indent="0">
              <a:buNone/>
            </a:pPr>
            <a:r>
              <a:rPr lang="en-GB" sz="2400"/>
              <a:t>del person["city"]      # delete key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13089975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7710-F8B1-22C0-2C77-8A211141B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Checking for Keys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F5F6-3D60-6604-847C-566A050FF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if "name" in person:</a:t>
            </a:r>
          </a:p>
          <a:p>
            <a:pPr marL="0" indent="0">
              <a:buNone/>
            </a:pPr>
            <a:r>
              <a:rPr lang="en-GB" sz="2400"/>
              <a:t>    print("Name exists")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59350857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7506C-CCBE-2759-CE2A-FA71B15D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Dictionary Methods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1AFC-0C2A-2531-4C3D-8357780C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dirty="0"/>
              <a:t>keys() — all keys</a:t>
            </a:r>
          </a:p>
          <a:p>
            <a:r>
              <a:rPr lang="en-GB" sz="2400" dirty="0"/>
              <a:t>values() — all values</a:t>
            </a:r>
          </a:p>
          <a:p>
            <a:r>
              <a:rPr lang="en-GB" sz="2400" dirty="0"/>
              <a:t>items() — key–value pairs</a:t>
            </a:r>
          </a:p>
          <a:p>
            <a:r>
              <a:rPr lang="en-GB" sz="2400" dirty="0"/>
              <a:t>get(key, default) — safe access</a:t>
            </a:r>
          </a:p>
          <a:p>
            <a:r>
              <a:rPr lang="en-GB" sz="2400" dirty="0"/>
              <a:t>Example: 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 err="1"/>
              <a:t>person.get</a:t>
            </a:r>
            <a:r>
              <a:rPr lang="en-GB" sz="2400" dirty="0"/>
              <a:t>("email", "Not provided")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140780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26A7B-DF98-2DDC-EE2A-DB693784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altLang="en-US" sz="5000" b="1">
                <a:solidFill>
                  <a:srgbClr val="FFFFFF"/>
                </a:solidFill>
                <a:latin typeface="Arial" panose="020B0604020202020204" pitchFamily="34" charset="0"/>
              </a:rPr>
              <a:t>Looping Through Dictionaries</a:t>
            </a:r>
            <a:br>
              <a:rPr lang="en-US" altLang="en-US" sz="5000" b="1">
                <a:solidFill>
                  <a:srgbClr val="FFFFFF"/>
                </a:solidFill>
                <a:latin typeface="Arial" panose="020B0604020202020204" pitchFamily="34" charset="0"/>
              </a:rPr>
            </a:br>
            <a:endParaRPr lang="en-GB" sz="500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F67F934-1269-2895-A0E3-DBFF56EF1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Loop through keys: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 code: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key in person: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print(key)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Loop through values: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 code: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value in </a:t>
            </a:r>
            <a:r>
              <a:rPr lang="en-GB" altLang="en-US" sz="20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person.values</a:t>
            </a: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():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print(value)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20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Loop through key–value pairs: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Python code: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for key, value in </a:t>
            </a:r>
            <a:r>
              <a:rPr lang="en-GB" altLang="en-US" sz="20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person.items</a:t>
            </a: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():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sz="20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   print(key, value)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87854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631B2-7B9A-BE98-04DD-AC5A1431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Nested Dictionaries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80D3D-CE7A-07AA-91AE-7BA8D1D68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students = {</a:t>
            </a:r>
          </a:p>
          <a:p>
            <a:pPr marL="0" indent="0">
              <a:buNone/>
            </a:pPr>
            <a:r>
              <a:rPr lang="en-GB" sz="2400"/>
              <a:t>    "001": {"name": "Alex", "score": 90},</a:t>
            </a:r>
          </a:p>
          <a:p>
            <a:pPr marL="0" indent="0">
              <a:buNone/>
            </a:pPr>
            <a:r>
              <a:rPr lang="en-GB" sz="2400"/>
              <a:t>    "002": {"name": "Sam", "score": 85}</a:t>
            </a:r>
          </a:p>
          <a:p>
            <a:pPr marL="0" indent="0">
              <a:buNone/>
            </a:pPr>
            <a:r>
              <a:rPr lang="en-GB" sz="2400"/>
              <a:t>}</a:t>
            </a:r>
          </a:p>
          <a:p>
            <a:r>
              <a:rPr lang="en-GB" sz="2400"/>
              <a:t>Accessing:</a:t>
            </a:r>
          </a:p>
          <a:p>
            <a:pPr marL="0" indent="0">
              <a:buNone/>
            </a:pPr>
            <a:r>
              <a:rPr lang="en-GB" sz="2400" b="1"/>
              <a:t>Python code</a:t>
            </a:r>
            <a:r>
              <a:rPr lang="en-GB" sz="2400"/>
              <a:t>:</a:t>
            </a:r>
          </a:p>
          <a:p>
            <a:pPr marL="0" indent="0">
              <a:buNone/>
            </a:pPr>
            <a:r>
              <a:rPr lang="en-GB" sz="2400"/>
              <a:t>students["001"]["score"]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09746247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E8386-328C-549B-6FA3-58583792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Contact Book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E8D8-9662-BD6F-8121-0905847E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66343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inventory = {</a:t>
            </a:r>
          </a:p>
          <a:p>
            <a:pPr marL="0" indent="0">
              <a:buNone/>
            </a:pPr>
            <a:r>
              <a:rPr lang="en-GB" sz="2400"/>
              <a:t>    "apples": 10,</a:t>
            </a:r>
          </a:p>
          <a:p>
            <a:pPr marL="0" indent="0">
              <a:buNone/>
            </a:pPr>
            <a:r>
              <a:rPr lang="en-GB" sz="2400"/>
              <a:t>    "bananas": 5,</a:t>
            </a:r>
          </a:p>
          <a:p>
            <a:pPr marL="0" indent="0">
              <a:buNone/>
            </a:pPr>
            <a:r>
              <a:rPr lang="en-GB" sz="2400"/>
              <a:t>    "oranges": 8</a:t>
            </a:r>
          </a:p>
          <a:p>
            <a:pPr marL="0" indent="0">
              <a:buNone/>
            </a:pPr>
            <a:r>
              <a:rPr lang="en-GB" sz="2400"/>
              <a:t>}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inventory["apples"] -= 1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54020385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B8BF3-7690-13C2-B3C4-B7784EDB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Word Counter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2EDB2-D578-37A5-1DA3-85D82416A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text = "hello world hello"</a:t>
            </a:r>
          </a:p>
          <a:p>
            <a:pPr marL="0" indent="0">
              <a:buNone/>
            </a:pPr>
            <a:r>
              <a:rPr lang="en-GB" sz="2400" dirty="0"/>
              <a:t>counts = {}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 word in </a:t>
            </a:r>
            <a:r>
              <a:rPr lang="en-GB" sz="2400" dirty="0" err="1"/>
              <a:t>text.split</a:t>
            </a:r>
            <a:r>
              <a:rPr lang="en-GB" sz="2400" dirty="0"/>
              <a:t>():</a:t>
            </a:r>
          </a:p>
          <a:p>
            <a:pPr marL="0" indent="0">
              <a:buNone/>
            </a:pPr>
            <a:r>
              <a:rPr lang="en-GB" sz="2400" dirty="0"/>
              <a:t>    counts[word] = </a:t>
            </a:r>
            <a:r>
              <a:rPr lang="en-GB" sz="2400" dirty="0" err="1"/>
              <a:t>counts.get</a:t>
            </a:r>
            <a:r>
              <a:rPr lang="en-GB" sz="2400" dirty="0"/>
              <a:t>(word, 0) + 1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print(counts)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3967178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C7520-6299-0559-6342-9C1448A56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658775"/>
          </a:xfrm>
        </p:spPr>
        <p:txBody>
          <a:bodyPr anchor="t">
            <a:noAutofit/>
          </a:bodyPr>
          <a:lstStyle/>
          <a:p>
            <a:pPr algn="ctr"/>
            <a:r>
              <a:rPr lang="en-GB" sz="3300" b="1" dirty="0">
                <a:solidFill>
                  <a:schemeClr val="bg1"/>
                </a:solidFill>
              </a:rPr>
              <a:t>Exercises &amp; Challenges</a:t>
            </a:r>
            <a:br>
              <a:rPr lang="en-GB" sz="3300" b="1" dirty="0">
                <a:solidFill>
                  <a:schemeClr val="bg1"/>
                </a:solidFill>
              </a:rPr>
            </a:br>
            <a:endParaRPr lang="en-GB" sz="33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F307B-9018-AD81-2D24-6FF61826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86" y="2217343"/>
            <a:ext cx="10640656" cy="4388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b="1" dirty="0"/>
              <a:t>Exercise 1: Basic Dictionary</a:t>
            </a:r>
          </a:p>
          <a:p>
            <a:r>
              <a:rPr lang="en-GB" sz="1900" dirty="0"/>
              <a:t>Create a dictionary with your name, age, and favourite hobby.</a:t>
            </a:r>
          </a:p>
          <a:p>
            <a:pPr marL="0" indent="0">
              <a:buNone/>
            </a:pPr>
            <a:r>
              <a:rPr lang="en-GB" sz="1900" b="1" dirty="0"/>
              <a:t>Exercise 2: Update Values</a:t>
            </a:r>
          </a:p>
          <a:p>
            <a:r>
              <a:rPr lang="en-GB" sz="1900" dirty="0"/>
              <a:t>Given:</a:t>
            </a:r>
          </a:p>
          <a:p>
            <a:pPr marL="0" indent="0">
              <a:buNone/>
            </a:pPr>
            <a:r>
              <a:rPr lang="en-GB" sz="1900" b="1" dirty="0"/>
              <a:t>Python code:</a:t>
            </a:r>
          </a:p>
          <a:p>
            <a:pPr marL="0" indent="0">
              <a:buNone/>
            </a:pPr>
            <a:r>
              <a:rPr lang="en-GB" sz="1900" dirty="0"/>
              <a:t>car = {"brand": "Ford", "year": 2010}</a:t>
            </a:r>
          </a:p>
          <a:p>
            <a:pPr marL="0" indent="0">
              <a:buNone/>
            </a:pPr>
            <a:r>
              <a:rPr lang="en-GB" sz="1900" dirty="0"/>
              <a:t>Update the year to 2024.</a:t>
            </a:r>
          </a:p>
          <a:p>
            <a:pPr marL="0" indent="0">
              <a:buNone/>
            </a:pPr>
            <a:r>
              <a:rPr lang="en-GB" sz="1900" b="1" dirty="0"/>
              <a:t>Exercise 3: Loop Through Dictionary</a:t>
            </a:r>
          </a:p>
          <a:p>
            <a:r>
              <a:rPr lang="en-GB" sz="1900" dirty="0"/>
              <a:t>Loop through this dictionary and print each key and value:</a:t>
            </a:r>
          </a:p>
          <a:p>
            <a:pPr marL="0" indent="0">
              <a:buNone/>
            </a:pPr>
            <a:r>
              <a:rPr lang="en-GB" sz="1900" b="1" dirty="0"/>
              <a:t>Python code:</a:t>
            </a:r>
          </a:p>
          <a:p>
            <a:pPr marL="0" indent="0">
              <a:buNone/>
            </a:pPr>
            <a:r>
              <a:rPr lang="en-GB" sz="1900" dirty="0"/>
              <a:t>scores = {"math": 90, "</a:t>
            </a:r>
            <a:r>
              <a:rPr lang="en-GB" sz="1900" dirty="0" err="1"/>
              <a:t>english</a:t>
            </a:r>
            <a:r>
              <a:rPr lang="en-GB" sz="1900" dirty="0"/>
              <a:t>": 85, "science": 92}</a:t>
            </a:r>
          </a:p>
          <a:p>
            <a:pPr marL="0" indent="0">
              <a:buNone/>
            </a:pP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223279007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762C31-1813-725F-FE49-277C02B6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Challenges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013A9-B471-8D53-CAE5-2767D7212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010758"/>
            <a:ext cx="9880893" cy="4847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 1: Student Grades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Given a dictionary of students and grades, print the student with the highest grade.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 2: Frequency Counter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Count how many times each letter appears in a word.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Challenge 3: Nested Dictionary Lookup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Given: 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users = {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"admin": {"password": "1234", "role": "administrator"},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"guest": {"password": "guest", "role": "viewer"}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Ask the user for a username and print their role.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42320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04968-ED8F-F1DD-1F72-5881CCAC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Summary</a:t>
            </a: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5AA01-814D-5228-389A-F51CA920B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53319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What dictionaries are and how to create them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access, update, and remove key–value pairs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loop through dictionaries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use dictionary methods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apply dictionaries to real‑world problems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How to solve dictionary‑based exercises</a:t>
            </a:r>
          </a:p>
          <a:p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222079123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C4AE6-76F4-A38D-4CA6-6A4493C7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br>
              <a:rPr lang="en-GB" sz="3400" b="1">
                <a:solidFill>
                  <a:srgbClr val="FFFFFF"/>
                </a:solidFill>
              </a:rPr>
            </a:br>
            <a:br>
              <a:rPr lang="en-GB" sz="3400" b="1">
                <a:solidFill>
                  <a:srgbClr val="FFFFFF"/>
                </a:solidFill>
              </a:rPr>
            </a:br>
            <a:r>
              <a:rPr lang="en-GB" sz="3400" b="1">
                <a:solidFill>
                  <a:srgbClr val="FFFFFF"/>
                </a:solidFill>
              </a:rPr>
              <a:t>Quiz (Dictionaries)- Multiple‑Choice Questions (10)</a:t>
            </a:r>
            <a:br>
              <a:rPr lang="en-GB" sz="3400" b="1">
                <a:solidFill>
                  <a:srgbClr val="FFFFFF"/>
                </a:solidFill>
              </a:rPr>
            </a:br>
            <a:br>
              <a:rPr lang="en-GB" sz="3400" b="1">
                <a:solidFill>
                  <a:srgbClr val="FFFFFF"/>
                </a:solidFill>
              </a:rPr>
            </a:br>
            <a:endParaRPr lang="en-GB" sz="34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65A56-D143-7EE9-8F2A-B1A2BB7C6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9475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600"/>
              <a:t>1. What is a dictionary in Python? A. A list of items B. A collection of key–value pairs C. A loop D. A function</a:t>
            </a:r>
          </a:p>
          <a:p>
            <a:pPr marL="0" indent="0">
              <a:buNone/>
            </a:pPr>
            <a:r>
              <a:rPr lang="en-GB" sz="2600" b="1"/>
              <a:t>Answer: B</a:t>
            </a:r>
            <a:endParaRPr lang="en-GB" sz="2600"/>
          </a:p>
          <a:p>
            <a:pPr marL="0" indent="0">
              <a:buNone/>
            </a:pPr>
            <a:r>
              <a:rPr lang="en-GB" sz="2600"/>
              <a:t>2. Which symbol is used to create a dictionary? A. [] B. () C. {} D. &lt;&gt; </a:t>
            </a:r>
            <a:r>
              <a:rPr lang="en-GB" sz="2600" b="1"/>
              <a:t>Answer: C</a:t>
            </a:r>
            <a:endParaRPr lang="en-GB" sz="2600"/>
          </a:p>
          <a:p>
            <a:pPr marL="0" indent="0">
              <a:buNone/>
            </a:pPr>
            <a:r>
              <a:rPr lang="en-GB" sz="2600"/>
              <a:t>3. What does this print?</a:t>
            </a:r>
          </a:p>
          <a:p>
            <a:pPr marL="0" indent="0">
              <a:buNone/>
            </a:pPr>
            <a:r>
              <a:rPr lang="en-GB" sz="2600" b="1"/>
              <a:t>Python code:</a:t>
            </a:r>
          </a:p>
          <a:p>
            <a:pPr marL="0" indent="0">
              <a:buNone/>
            </a:pPr>
            <a:r>
              <a:rPr lang="en-GB" sz="2600"/>
              <a:t>person = {"name": "Alex", "age": 15}</a:t>
            </a:r>
          </a:p>
          <a:p>
            <a:pPr marL="0" indent="0">
              <a:buNone/>
            </a:pPr>
            <a:r>
              <a:rPr lang="en-GB" sz="2600"/>
              <a:t>print(person["name"])</a:t>
            </a:r>
          </a:p>
          <a:p>
            <a:pPr marL="514350" indent="-514350">
              <a:buAutoNum type="alphaUcPeriod"/>
            </a:pPr>
            <a:r>
              <a:rPr lang="en-GB" sz="2600"/>
              <a:t>"age" B. Alex C. name D. Error </a:t>
            </a:r>
          </a:p>
          <a:p>
            <a:pPr marL="0" indent="0">
              <a:buNone/>
            </a:pPr>
            <a:r>
              <a:rPr lang="en-GB" sz="2600" b="1"/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85509586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27F99-7E08-6446-D1B7-EB3773C0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Quiz multiple choices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8EF8D-FF06-3998-E340-FD24EDC19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/>
              <a:t>4. Which method safely accesses a value without causing an error? A. find() B. get() C. search() D. value() </a:t>
            </a:r>
          </a:p>
          <a:p>
            <a:pPr marL="0" indent="0">
              <a:buNone/>
            </a:pPr>
            <a:r>
              <a:rPr lang="en-GB" sz="2000" b="1"/>
              <a:t>Answer: B</a:t>
            </a:r>
          </a:p>
          <a:p>
            <a:pPr marL="0" indent="0">
              <a:buNone/>
            </a:pPr>
            <a:r>
              <a:rPr lang="en-GB" sz="2000"/>
              <a:t>5. What does keys() return? A. Only values B. Only keys C. Key–value pairs D. A sorted list </a:t>
            </a:r>
          </a:p>
          <a:p>
            <a:pPr marL="0" indent="0">
              <a:buNone/>
            </a:pPr>
            <a:r>
              <a:rPr lang="en-GB" sz="2000" b="1"/>
              <a:t>Answer: B </a:t>
            </a:r>
          </a:p>
          <a:p>
            <a:pPr marL="0" indent="0">
              <a:buNone/>
            </a:pPr>
            <a:r>
              <a:rPr lang="en-GB" sz="2000"/>
              <a:t>6. What does this code do?</a:t>
            </a:r>
          </a:p>
          <a:p>
            <a:pPr marL="0" indent="0">
              <a:buNone/>
            </a:pPr>
            <a:r>
              <a:rPr lang="en-GB" sz="2000"/>
              <a:t>user = {"name": "Sam"}</a:t>
            </a:r>
          </a:p>
          <a:p>
            <a:pPr marL="0" indent="0">
              <a:buNone/>
            </a:pPr>
            <a:r>
              <a:rPr lang="en-GB" sz="2000"/>
              <a:t>user["age"] = 20</a:t>
            </a:r>
          </a:p>
          <a:p>
            <a:pPr marL="514350" indent="-514350">
              <a:buAutoNum type="alphaUcPeriod"/>
            </a:pPr>
            <a:r>
              <a:rPr lang="en-GB" sz="2000"/>
              <a:t>Deletes a key B. Updates a key C. Adds a new key D. Causes an error </a:t>
            </a:r>
          </a:p>
          <a:p>
            <a:pPr marL="0" indent="0">
              <a:buNone/>
            </a:pPr>
            <a:r>
              <a:rPr lang="en-GB" sz="2000" b="1"/>
              <a:t>Answer: C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89077872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8B3A7-C949-A0BE-CA7D-EE6D220D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Quiz multiple choices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C9667-CBD7-FC1E-984A-588D1891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7. What happens if you try to access a missing key using dictionary["missing"]? A. Returns None B. Returns "missing" C. Causes an error D. Creates the key </a:t>
            </a:r>
          </a:p>
          <a:p>
            <a:pPr marL="0" indent="0">
              <a:buNone/>
            </a:pPr>
            <a:r>
              <a:rPr lang="en-GB" sz="2400" b="1" dirty="0"/>
              <a:t>Answer: C </a:t>
            </a:r>
          </a:p>
          <a:p>
            <a:pPr marL="0" indent="0">
              <a:buNone/>
            </a:pPr>
            <a:r>
              <a:rPr lang="en-GB" sz="2400" dirty="0"/>
              <a:t>8. What does this print?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data = {"a": 1, "b": 2, "c": 3}</a:t>
            </a:r>
          </a:p>
          <a:p>
            <a:pPr marL="0" indent="0">
              <a:buNone/>
            </a:pPr>
            <a:r>
              <a:rPr lang="en-GB" sz="2400" dirty="0"/>
              <a:t>print(</a:t>
            </a:r>
            <a:r>
              <a:rPr lang="en-GB" sz="2400" dirty="0" err="1"/>
              <a:t>len</a:t>
            </a:r>
            <a:r>
              <a:rPr lang="en-GB" sz="2400" dirty="0"/>
              <a:t>(data))</a:t>
            </a:r>
          </a:p>
          <a:p>
            <a:pPr marL="514350" indent="-514350">
              <a:buAutoNum type="alphaUcPeriod"/>
            </a:pPr>
            <a:r>
              <a:rPr lang="es-ES" sz="2400" dirty="0"/>
              <a:t>1 B. 2 C. 3 D. Error</a:t>
            </a:r>
          </a:p>
          <a:p>
            <a:pPr marL="0" indent="0">
              <a:buNone/>
            </a:pPr>
            <a:r>
              <a:rPr lang="en-GB" sz="2400" b="1" dirty="0"/>
              <a:t>Answer: C 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9880245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AED48-1971-D431-DC8C-131C76B4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Quiz- multiple choices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30C47-BD29-52D4-4691-DDB79CD36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163774"/>
            <a:ext cx="7330710" cy="669422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9. Which loop prints both keys and values? 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for x in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print(x)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for x in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dict.values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print(x)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for x, y in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dict.items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print(x, y)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for x in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dict.keys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print(x)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Answer C</a:t>
            </a:r>
          </a:p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04853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F9078-114E-DE60-6CA7-304A4CB2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Quiz- multiple choices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D63F585-5426-4CC8-5729-E270693BF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80678"/>
              </p:ext>
            </p:extLst>
          </p:nvPr>
        </p:nvGraphicFramePr>
        <p:xfrm>
          <a:off x="644056" y="2112579"/>
          <a:ext cx="11284087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07647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B7FB7-DCE4-2C91-B1B4-5E7B904FF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br>
              <a:rPr lang="en-GB" sz="2200" b="1">
                <a:solidFill>
                  <a:srgbClr val="FFFFFF"/>
                </a:solidFill>
              </a:rPr>
            </a:br>
            <a:r>
              <a:rPr lang="en-GB" sz="2200" b="1">
                <a:solidFill>
                  <a:srgbClr val="FFFFFF"/>
                </a:solidFill>
              </a:rPr>
              <a:t>Answer Key - Multiple‑Choice</a:t>
            </a:r>
            <a:br>
              <a:rPr lang="en-GB" sz="2200" b="1">
                <a:solidFill>
                  <a:srgbClr val="FFFFFF"/>
                </a:solidFill>
              </a:rPr>
            </a:br>
            <a:endParaRPr lang="en-GB" sz="2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95794-5CF6-4410-E580-6372BC9A3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1700"/>
              <a:t>B</a:t>
            </a:r>
          </a:p>
          <a:p>
            <a:pPr marL="514350" indent="-514350">
              <a:buFont typeface="+mj-lt"/>
              <a:buAutoNum type="arabicPeriod"/>
            </a:pPr>
            <a:endParaRPr lang="en-GB" sz="1700"/>
          </a:p>
        </p:txBody>
      </p:sp>
    </p:spTree>
    <p:extLst>
      <p:ext uri="{BB962C8B-B14F-4D97-AF65-F5344CB8AC3E}">
        <p14:creationId xmlns:p14="http://schemas.microsoft.com/office/powerpoint/2010/main" val="181644942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45387-E3B1-C5F2-554F-00D1E736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Module 9: Files &amp; File Handling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453F7D1-FFD2-4167-A050-3E249989CE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654763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813835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B16E1-F0F3-1DDE-38D0-DCAF2153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pPr algn="ctr"/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Work With Files?</a:t>
            </a: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CDC9DD-DB92-E49B-A9EA-1EB5E97F08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892085"/>
              </p:ext>
            </p:extLst>
          </p:nvPr>
        </p:nvGraphicFramePr>
        <p:xfrm>
          <a:off x="289214" y="1678675"/>
          <a:ext cx="11338678" cy="507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107562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630EB-7700-0C17-C3E0-94F76C80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 a File</a:t>
            </a: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3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FE2F62C-3B34-8AB0-E087-F38D246D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685" y="1719618"/>
            <a:ext cx="10385946" cy="428193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nn-NO" sz="2000" dirty="0">
                <a:latin typeface="Arial" panose="020B0604020202020204" pitchFamily="34" charset="0"/>
                <a:cs typeface="Arial" panose="020B0604020202020204" pitchFamily="34" charset="0"/>
              </a:rPr>
              <a:t>file = open("data.txt", "r")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Common modes: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"r" — read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"w" — write (overwrites file)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"a" — append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"r+" — read &amp; write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205634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1E4762-C825-9F33-C43B-96FFF4EA8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4105" y="802955"/>
            <a:ext cx="4977976" cy="5618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Reading a File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160A4514-BA41-D29E-71BA-AF1FC7A2C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5775C-6FC7-FFFC-3414-146F6DCFA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3" y="1793846"/>
            <a:ext cx="5510023" cy="4267125"/>
          </a:xfrm>
        </p:spPr>
        <p:txBody>
          <a:bodyPr anchor="ctr">
            <a:normAutofit/>
          </a:bodyPr>
          <a:lstStyle/>
          <a:p>
            <a:r>
              <a:rPr lang="en-US" altLang="en-US" sz="21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endParaRPr lang="en-GB" altLang="en-US" sz="21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= open("data.txt", "r")</a:t>
            </a:r>
          </a:p>
          <a:p>
            <a:pPr marL="0" indent="0">
              <a:buNone/>
            </a:pP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= </a:t>
            </a:r>
            <a:r>
              <a:rPr lang="en-GB" altLang="en-US" sz="21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file.read</a:t>
            </a: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print(content)</a:t>
            </a:r>
          </a:p>
          <a:p>
            <a:pPr marL="0" indent="0">
              <a:buNone/>
            </a:pPr>
            <a:r>
              <a:rPr lang="en-GB" altLang="en-US" sz="21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en-GB" altLang="en-US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altLang="en-US" sz="21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1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r>
              <a:rPr lang="en-GB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Reads the entire file as one string.</a:t>
            </a:r>
          </a:p>
          <a:p>
            <a:pPr marL="0" indent="0">
              <a:buNone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693037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0CC40-8AFB-AE48-39E8-9BE9F638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Reading Line by Line</a:t>
            </a:r>
          </a:p>
        </p:txBody>
      </p:sp>
      <p:pic>
        <p:nvPicPr>
          <p:cNvPr id="7" name="Graphic 6" descr="Fax">
            <a:extLst>
              <a:ext uri="{FF2B5EF4-FFF2-40B4-BE49-F238E27FC236}">
                <a16:creationId xmlns:a16="http://schemas.microsoft.com/office/drawing/2014/main" id="{F20BB453-49CD-B729-50A1-6CECCE70F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66955-24A4-CB3E-B486-8953FAAA8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Python code: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= open("data.txt", "r")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line in file: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print(line)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Useful for large files.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488774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Computer script on a screen">
            <a:extLst>
              <a:ext uri="{FF2B5EF4-FFF2-40B4-BE49-F238E27FC236}">
                <a16:creationId xmlns:a16="http://schemas.microsoft.com/office/drawing/2014/main" id="{2657E2D1-2D14-EC50-2A95-FAE725915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C7CB77-C608-D526-23B8-E514B1E6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br>
              <a:rPr lang="en-GB" sz="3400" b="1"/>
            </a:br>
            <a:r>
              <a:rPr lang="en-GB" sz="3400" b="1"/>
              <a:t>readline() and readlines()</a:t>
            </a:r>
            <a:br>
              <a:rPr lang="en-GB" sz="3400" b="1"/>
            </a:br>
            <a:endParaRPr lang="en-GB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2637D-B2A2-A83A-2C05-6ABE8CA60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2702257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file.readline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()   # reads one line</a:t>
            </a:r>
          </a:p>
          <a:p>
            <a:pPr marL="0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file.readlines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()  # returns list of lines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87983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76485-AA4D-725C-0013-DB152A64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 u="sng" dirty="0">
                <a:solidFill>
                  <a:schemeClr val="tx2"/>
                </a:solidFill>
              </a:rPr>
              <a:t>Writing to a File</a:t>
            </a:r>
            <a:br>
              <a:rPr lang="en-GB" sz="3600" b="1" u="sng" dirty="0">
                <a:solidFill>
                  <a:schemeClr val="tx2"/>
                </a:solidFill>
              </a:rPr>
            </a:br>
            <a:endParaRPr lang="en-GB" sz="3600" u="sng" dirty="0">
              <a:solidFill>
                <a:schemeClr val="tx2"/>
              </a:solidFill>
            </a:endParaRP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FA76C5E5-DF7F-3C40-1C63-0F828B3AD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A49A6-BDAF-0B26-05D0-FAA155A26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471" y="1984954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endParaRPr lang="en-GB" sz="1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= open("notes.txt", "w")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file.write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("Hello!\n")</a:t>
            </a:r>
          </a:p>
          <a:p>
            <a:pPr marL="0" indent="0">
              <a:buNone/>
            </a:pPr>
            <a:r>
              <a:rPr lang="en-GB" sz="1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"w" </a:t>
            </a:r>
            <a:r>
              <a:rPr lang="en-GB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overwrites</a:t>
            </a:r>
            <a:r>
              <a:rPr lang="en-GB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file.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7790519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343B5-2601-E675-A749-DA67B85B4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Appending to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0C72-D938-6316-A66E-27EFD922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152" y="1891970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code: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file = open("notes.txt", "a")</a:t>
            </a:r>
          </a:p>
          <a:p>
            <a:pPr marL="0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file.write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("New line added.\n")</a:t>
            </a:r>
          </a:p>
          <a:p>
            <a:pPr marL="0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It Adds to the end without deleting existing content.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075138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922C16-06B0-CE9E-7DC8-4087A8A4A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599" y="294538"/>
            <a:ext cx="9895951" cy="10336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with (Best Practice)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340FD-1531-4F99-8641-27E20B0D1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109585"/>
          </a:xfrm>
        </p:spPr>
        <p:txBody>
          <a:bodyPr anchor="ctr">
            <a:normAutofit/>
          </a:bodyPr>
          <a:lstStyle/>
          <a:p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/>
              <a:t>with open("data.txt", "r") as file:</a:t>
            </a:r>
          </a:p>
          <a:p>
            <a:pPr marL="0" indent="0">
              <a:buNone/>
            </a:pPr>
            <a:r>
              <a:rPr lang="en-GB" sz="2000" dirty="0"/>
              <a:t>    content = </a:t>
            </a:r>
            <a:r>
              <a:rPr lang="en-GB" sz="2000" dirty="0" err="1"/>
              <a:t>file.read</a:t>
            </a:r>
            <a:r>
              <a:rPr lang="en-GB" sz="2000" dirty="0"/>
              <a:t>()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b="1" dirty="0"/>
              <a:t>Code Benefits: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/>
              <a:t>Automatically closes the file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/>
              <a:t>Cleaner and safer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5363081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5263B-C776-C65A-01FF-129DB1979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Autofit/>
          </a:bodyPr>
          <a:lstStyle/>
          <a:p>
            <a:pPr algn="ctr"/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with </a:t>
            </a:r>
            <a:r>
              <a:rPr lang="en-GB" sz="33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GB" sz="3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Checking If a File Exists</a:t>
            </a:r>
            <a:br>
              <a:rPr lang="en-GB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FCC2A-6486-8CF2-2745-75FC9846B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5" y="1891970"/>
            <a:ext cx="9724031" cy="4592105"/>
          </a:xfrm>
        </p:spPr>
        <p:txBody>
          <a:bodyPr anchor="ctr">
            <a:normAutofit fontScale="92500" lnSpcReduction="10000"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with open("log.txt", "a") as file: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file.write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("Program started\n")</a:t>
            </a: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Checking If a File Exists</a:t>
            </a:r>
          </a:p>
          <a:p>
            <a:pPr marL="0" indent="0">
              <a:buNone/>
            </a:pPr>
            <a:endParaRPr lang="en-GB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os.path.exists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("data.txt"):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print("File found")</a:t>
            </a:r>
          </a:p>
          <a:p>
            <a:pPr marL="0" indent="0">
              <a:buNone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98197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A6AB26-39F9-09ED-1F5E-8C0CB90A3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Real‑World Example: Saving User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242A4-0368-8104-48F2-6B188ACCE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Python code:</a:t>
            </a:r>
          </a:p>
          <a:p>
            <a:pPr marL="0" indent="0">
              <a:buNone/>
            </a:pPr>
            <a:r>
              <a:rPr lang="en-GB" sz="2400"/>
              <a:t>name = input("Enter your name: ")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with open("users.txt", "a") as file:</a:t>
            </a:r>
          </a:p>
          <a:p>
            <a:pPr marL="0" indent="0">
              <a:buNone/>
            </a:pPr>
            <a:r>
              <a:rPr lang="en-GB" sz="2400"/>
              <a:t>    file.write(name + "\n")</a:t>
            </a:r>
          </a:p>
          <a:p>
            <a:pPr marL="0" indent="0">
              <a:buNone/>
            </a:pP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134588781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D4042-8495-1291-2AAB-3F24F598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Real‑World Example: Reading a Shopping List</a:t>
            </a:r>
            <a:endParaRPr lang="en-GB" sz="3600" b="1" dirty="0">
              <a:solidFill>
                <a:schemeClr val="tx2"/>
              </a:solidFill>
            </a:endParaRP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501950E4-52CE-B574-5CD3-915502772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6532C-5007-C9B9-BD87-675E0102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2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Python code:</a:t>
            </a:r>
          </a:p>
          <a:p>
            <a:pPr marL="0" indent="0">
              <a:buNone/>
            </a:pPr>
            <a:endParaRPr lang="en-GB" sz="22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open("shopping.txt", "r") as file:</a:t>
            </a:r>
          </a:p>
          <a:p>
            <a:pPr marL="0" indent="0">
              <a:buNone/>
            </a:pPr>
            <a:r>
              <a:rPr lang="en-GB" sz="2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 item in file:</a:t>
            </a:r>
          </a:p>
          <a:p>
            <a:pPr marL="0" indent="0">
              <a:buNone/>
            </a:pPr>
            <a:r>
              <a:rPr lang="en-GB" sz="2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print(item.strip())</a:t>
            </a: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9910414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0866E-D39F-A5E8-115A-5E8187C4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8036" y="802955"/>
            <a:ext cx="6754675" cy="990891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Real‑World Example: Counting Lines</a:t>
            </a:r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27A796A1-722B-2458-8865-D93B20D57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784F4-D1C9-1249-4384-D17259660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80488"/>
            <a:ext cx="4977578" cy="3639289"/>
          </a:xfrm>
        </p:spPr>
        <p:txBody>
          <a:bodyPr anchor="ctr">
            <a:normAutofit/>
          </a:bodyPr>
          <a:lstStyle/>
          <a:p>
            <a:endParaRPr lang="en-GB" sz="2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endParaRPr lang="en-GB" sz="2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open("log.txt", "r") as file:</a:t>
            </a:r>
          </a:p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lines = </a:t>
            </a:r>
            <a:r>
              <a:rPr lang="en-GB" sz="2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file.readlines</a:t>
            </a: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print("Total lines:", </a:t>
            </a:r>
            <a:r>
              <a:rPr lang="en-GB" sz="2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GB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(lines))</a:t>
            </a: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53853840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B6866-1254-80D0-1B64-2E2E3C9DE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Summary</a:t>
            </a:r>
            <a:br>
              <a:rPr lang="en-GB" sz="2800" b="1">
                <a:solidFill>
                  <a:schemeClr val="bg1"/>
                </a:solidFill>
              </a:rPr>
            </a:b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DE82C-ACAB-8153-BB55-582675021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You learned: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open, read, write, and append to files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use file modes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safely handle files with </a:t>
            </a:r>
            <a:r>
              <a:rPr lang="en-GB" dirty="0" err="1"/>
              <a:t>with</a:t>
            </a:r>
            <a:endParaRPr lang="en-GB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apply file operations to real‑world tasks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dirty="0"/>
              <a:t>How to solve file‑based exercises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7858962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A3A3F-753F-F0B5-136E-0880F75A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Exercises </a:t>
            </a:r>
            <a:br>
              <a:rPr lang="en-GB" sz="2800" b="1" dirty="0">
                <a:solidFill>
                  <a:schemeClr val="bg1"/>
                </a:solidFill>
              </a:rPr>
            </a:b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E6C7-5FCD-3D05-7C44-A68845732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/>
              <a:t>Exercise 1: Read a File</a:t>
            </a:r>
          </a:p>
          <a:p>
            <a:pPr marL="0" indent="0">
              <a:buNone/>
            </a:pPr>
            <a:r>
              <a:rPr lang="en-GB" sz="2400"/>
              <a:t>   Open "story.txt" and print its contents.</a:t>
            </a:r>
          </a:p>
          <a:p>
            <a:r>
              <a:rPr lang="en-GB" sz="2400" b="1"/>
              <a:t>Exercise 2: Write a Message</a:t>
            </a:r>
          </a:p>
          <a:p>
            <a:pPr marL="0" indent="0">
              <a:buNone/>
            </a:pPr>
            <a:r>
              <a:rPr lang="en-GB" sz="2400"/>
              <a:t>   Write "Hello, world!" to "hello.txt".</a:t>
            </a:r>
          </a:p>
          <a:p>
            <a:r>
              <a:rPr lang="en-GB" sz="2400" b="1"/>
              <a:t>Exercise 3: Append Data</a:t>
            </a:r>
          </a:p>
          <a:p>
            <a:pPr marL="0" indent="0">
              <a:buNone/>
            </a:pPr>
            <a:r>
              <a:rPr lang="en-GB" sz="2400"/>
              <a:t>  Append "New entry" to "log.txt".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52229756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95A4F-0C7F-9267-94F9-B30188AD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Challenges</a:t>
            </a:r>
            <a:endParaRPr lang="en-GB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9C3DD-D0C8-C6A8-2163-F3C0CE937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GB" sz="2400" b="1" dirty="0"/>
              <a:t>Challenge 1: Word Counter</a:t>
            </a:r>
          </a:p>
          <a:p>
            <a:pPr marL="0" indent="0">
              <a:buNone/>
            </a:pPr>
            <a:r>
              <a:rPr lang="en-GB" sz="2400" dirty="0"/>
              <a:t>   Read a file and count how many words it contains.</a:t>
            </a:r>
          </a:p>
          <a:p>
            <a:r>
              <a:rPr lang="en-GB" sz="2400" b="1" dirty="0"/>
              <a:t>Challenge 2: Copy a File</a:t>
            </a:r>
          </a:p>
          <a:p>
            <a:pPr marL="0" indent="0">
              <a:buNone/>
            </a:pPr>
            <a:r>
              <a:rPr lang="en-GB" sz="2400" dirty="0"/>
              <a:t>   Read "input.txt" and write its contents to "output.txt".</a:t>
            </a:r>
          </a:p>
          <a:p>
            <a:r>
              <a:rPr lang="en-GB" sz="2400" b="1" dirty="0"/>
              <a:t>Challenge 3: Search in File</a:t>
            </a:r>
          </a:p>
          <a:p>
            <a:pPr marL="0" indent="0">
              <a:buNone/>
            </a:pPr>
            <a:r>
              <a:rPr lang="en-GB" sz="2400" dirty="0"/>
              <a:t> Ask the user for a word and check if it appears in "notes.txt".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9312309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B0A8-8082-CC57-EF71-BB6D47BAF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14650"/>
          </a:xfrm>
        </p:spPr>
        <p:txBody>
          <a:bodyPr>
            <a:normAutofit fontScale="90000"/>
          </a:bodyPr>
          <a:lstStyle/>
          <a:p>
            <a:r>
              <a:rPr lang="en-GB" b="1"/>
              <a:t>Student worksheet</a:t>
            </a:r>
            <a:br>
              <a:rPr lang="en-GB" b="1"/>
            </a:br>
            <a:r>
              <a:rPr lang="en-GB" b="1"/>
              <a:t>Part 1: Understanding File Handling</a:t>
            </a:r>
            <a:endParaRPr lang="en-GB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9E13BB-20F6-7A21-3C7C-0A3702C1B7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6858598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88689-CBF5-63D5-FD0D-1B499696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90" y="79531"/>
            <a:ext cx="4784796" cy="630154"/>
          </a:xfrm>
        </p:spPr>
        <p:txBody>
          <a:bodyPr>
            <a:noAutofit/>
          </a:bodyPr>
          <a:lstStyle/>
          <a:p>
            <a:br>
              <a:rPr lang="en-GB" sz="3300" b="1" dirty="0"/>
            </a:br>
            <a:r>
              <a:rPr lang="en-GB" sz="3300" b="1" dirty="0"/>
              <a:t>Part 2 — File Modes</a:t>
            </a:r>
            <a:br>
              <a:rPr lang="en-GB" sz="3300" b="1" dirty="0"/>
            </a:br>
            <a:endParaRPr lang="en-GB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4D263-C496-8178-D13B-9171BC996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10" y="6230203"/>
            <a:ext cx="8331959" cy="62779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5500" dirty="0">
                <a:latin typeface="Arial" panose="020B0604020202020204" pitchFamily="34" charset="0"/>
                <a:cs typeface="Arial" panose="020B0604020202020204" pitchFamily="34" charset="0"/>
              </a:rPr>
              <a:t>Write your answers: "r" → ___ "w" → ___ "a" → ___ "r+" → ___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CE18E5B-AF84-B07B-9E9A-5C75A9E4C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229261"/>
              </p:ext>
            </p:extLst>
          </p:nvPr>
        </p:nvGraphicFramePr>
        <p:xfrm>
          <a:off x="6960590" y="908719"/>
          <a:ext cx="5142700" cy="50627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41965">
                  <a:extLst>
                    <a:ext uri="{9D8B030D-6E8A-4147-A177-3AD203B41FA5}">
                      <a16:colId xmlns:a16="http://schemas.microsoft.com/office/drawing/2014/main" val="1380241308"/>
                    </a:ext>
                  </a:extLst>
                </a:gridCol>
                <a:gridCol w="3600735">
                  <a:extLst>
                    <a:ext uri="{9D8B030D-6E8A-4147-A177-3AD203B41FA5}">
                      <a16:colId xmlns:a16="http://schemas.microsoft.com/office/drawing/2014/main" val="4056427871"/>
                    </a:ext>
                  </a:extLst>
                </a:gridCol>
              </a:tblGrid>
              <a:tr h="710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Mode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Meaning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3310369479"/>
                  </a:ext>
                </a:extLst>
              </a:tr>
              <a:tr h="121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"r"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a. Append to a file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2660841543"/>
                  </a:ext>
                </a:extLst>
              </a:tr>
              <a:tr h="710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"w"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b. Read a file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2377994600"/>
                  </a:ext>
                </a:extLst>
              </a:tr>
              <a:tr h="121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"a"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c. Read and write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4286889022"/>
                  </a:ext>
                </a:extLst>
              </a:tr>
              <a:tr h="121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/>
                        <a:t>"r+"</a:t>
                      </a:r>
                    </a:p>
                  </a:txBody>
                  <a:tcPr marL="164776" marR="164776" marT="82388" marB="82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dirty="0"/>
                        <a:t>d. Write (overwrite)</a:t>
                      </a:r>
                    </a:p>
                  </a:txBody>
                  <a:tcPr marL="164776" marR="164776" marT="82388" marB="82388" anchor="ctr"/>
                </a:tc>
                <a:extLst>
                  <a:ext uri="{0D108BD9-81ED-4DB2-BD59-A6C34878D82A}">
                    <a16:rowId xmlns:a16="http://schemas.microsoft.com/office/drawing/2014/main" val="20495599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5EF6472-359A-7F48-4370-AC08589CA196}"/>
              </a:ext>
            </a:extLst>
          </p:cNvPr>
          <p:cNvSpPr txBox="1"/>
          <p:nvPr/>
        </p:nvSpPr>
        <p:spPr>
          <a:xfrm>
            <a:off x="88710" y="525019"/>
            <a:ext cx="600728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tabLst>
                <a:tab pos="177800" algn="l"/>
              </a:tabLst>
            </a:pPr>
            <a:r>
              <a:rPr lang="en-GB" sz="2600" b="1" dirty="0"/>
              <a:t>3. Match the mode to its meaning:</a:t>
            </a:r>
          </a:p>
        </p:txBody>
      </p:sp>
    </p:spTree>
    <p:extLst>
      <p:ext uri="{BB962C8B-B14F-4D97-AF65-F5344CB8AC3E}">
        <p14:creationId xmlns:p14="http://schemas.microsoft.com/office/powerpoint/2010/main" val="275573132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EEC85-AD28-5493-5227-18542136A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  <a:t>Part 3 — Reading Files</a:t>
            </a:r>
            <a:br>
              <a:rPr lang="en-US" altLang="en-US" sz="3300" b="1">
                <a:solidFill>
                  <a:schemeClr val="tx2"/>
                </a:solidFill>
                <a:latin typeface="Arial" panose="020B0604020202020204" pitchFamily="34" charset="0"/>
              </a:rPr>
            </a:br>
            <a:endParaRPr lang="en-GB" sz="3300">
              <a:solidFill>
                <a:schemeClr val="tx2"/>
              </a:solidFill>
            </a:endParaRPr>
          </a:p>
        </p:txBody>
      </p:sp>
      <p:pic>
        <p:nvPicPr>
          <p:cNvPr id="8" name="Graphic 7" descr="Programmer">
            <a:extLst>
              <a:ext uri="{FF2B5EF4-FFF2-40B4-BE49-F238E27FC236}">
                <a16:creationId xmlns:a16="http://schemas.microsoft.com/office/drawing/2014/main" id="{CC1F54C7-E8BF-3AC4-3E34-7DA538673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5FFA603-17C3-2669-0B59-F50FB706EF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0574" y="2421682"/>
            <a:ext cx="4977578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4. Write code that opens </a:t>
            </a:r>
            <a:r>
              <a:rPr lang="en-US" altLang="en-US" sz="1800" b="1" dirty="0">
                <a:solidFill>
                  <a:schemeClr val="tx2"/>
                </a:solidFill>
                <a:latin typeface="Arial Unicode MS"/>
              </a:rPr>
              <a:t>"story.txt"</a:t>
            </a:r>
            <a:r>
              <a:rPr lang="en-US" altLang="en-US" sz="1800" b="1" dirty="0">
                <a:solidFill>
                  <a:schemeClr val="tx2"/>
                </a:solidFill>
              </a:rPr>
              <a:t> and prints its contents.</a:t>
            </a:r>
            <a:endParaRPr lang="en-US" altLang="en-US" sz="1800" b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Python code: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 b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# your code here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1800" b="1" dirty="0">
                <a:solidFill>
                  <a:schemeClr val="tx2"/>
                </a:solidFill>
              </a:rPr>
              <a:t>5. What is the difference between read() and </a:t>
            </a:r>
            <a:r>
              <a:rPr lang="en-GB" sz="1800" b="1" dirty="0" err="1">
                <a:solidFill>
                  <a:schemeClr val="tx2"/>
                </a:solidFill>
              </a:rPr>
              <a:t>readline</a:t>
            </a:r>
            <a:r>
              <a:rPr lang="en-GB" sz="1800" b="1" dirty="0">
                <a:solidFill>
                  <a:schemeClr val="tx2"/>
                </a:solidFill>
              </a:rPr>
              <a:t>()?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217655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A02AE-4D69-E9C9-C8A6-4C074B33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GB" sz="5200" b="1"/>
              <a:t>Part 4 :  Writing &amp; Appending</a:t>
            </a:r>
            <a:endParaRPr lang="en-GB" sz="520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A330C5B-3A70-C89D-5D70-24456800AA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88168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6980913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D6FE2D-443E-2BF7-B817-209A4B08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6140574" cy="1667569"/>
          </a:xfrm>
        </p:spPr>
        <p:txBody>
          <a:bodyPr anchor="b">
            <a:normAutofit/>
          </a:bodyPr>
          <a:lstStyle/>
          <a:p>
            <a:r>
              <a:rPr lang="en-GB" sz="3700" b="1" dirty="0"/>
              <a:t>Part 5: Using with Statements</a:t>
            </a:r>
            <a:br>
              <a:rPr lang="en-GB" sz="3700" b="1" dirty="0"/>
            </a:br>
            <a:endParaRPr lang="en-GB" sz="3700" dirty="0"/>
          </a:p>
        </p:txBody>
      </p:sp>
      <p:pic>
        <p:nvPicPr>
          <p:cNvPr id="7" name="Graphic 6" descr="Footer">
            <a:extLst>
              <a:ext uri="{FF2B5EF4-FFF2-40B4-BE49-F238E27FC236}">
                <a16:creationId xmlns:a16="http://schemas.microsoft.com/office/drawing/2014/main" id="{2D045CCA-14B8-A8F4-E5A7-AE82CE392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54164-31BF-6D8B-8FAA-AC1E27287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8. Rewrite this code using a with statement:</a:t>
            </a:r>
          </a:p>
          <a:p>
            <a:pPr marL="0" indent="0">
              <a:buNone/>
            </a:pPr>
            <a:r>
              <a:rPr lang="en-GB" sz="2000" dirty="0"/>
              <a:t>file = open("data.txt", "r")</a:t>
            </a:r>
          </a:p>
          <a:p>
            <a:pPr marL="0" indent="0">
              <a:buNone/>
            </a:pPr>
            <a:r>
              <a:rPr lang="en-GB" sz="2000" dirty="0"/>
              <a:t>content = </a:t>
            </a:r>
            <a:r>
              <a:rPr lang="en-GB" sz="2000"/>
              <a:t>file.read</a:t>
            </a:r>
            <a:r>
              <a:rPr lang="en-GB" sz="2000" dirty="0"/>
              <a:t>()</a:t>
            </a:r>
          </a:p>
          <a:p>
            <a:pPr marL="0" indent="0">
              <a:buNone/>
            </a:pPr>
            <a:r>
              <a:rPr lang="en-GB" sz="2000"/>
              <a:t>file.close</a:t>
            </a:r>
            <a:r>
              <a:rPr lang="en-GB" sz="2000" dirty="0"/>
              <a:t>()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9. Why is using </a:t>
            </a:r>
            <a:r>
              <a:rPr lang="en-GB" sz="2000" b="1"/>
              <a:t>with</a:t>
            </a:r>
            <a:r>
              <a:rPr lang="en-GB" sz="2000" b="1" dirty="0"/>
              <a:t> better than manually opening and closing files?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7955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6D3AF-8D12-551D-5FF9-4593FC82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95" y="288516"/>
            <a:ext cx="3860403" cy="923847"/>
          </a:xfrm>
        </p:spPr>
        <p:txBody>
          <a:bodyPr anchor="b">
            <a:normAutofit fontScale="90000"/>
          </a:bodyPr>
          <a:lstStyle/>
          <a:p>
            <a:r>
              <a:rPr lang="en-GB" sz="3300" b="1" dirty="0">
                <a:solidFill>
                  <a:srgbClr val="FFFFFF"/>
                </a:solidFill>
              </a:rPr>
              <a:t>Part 6 :  </a:t>
            </a:r>
            <a:br>
              <a:rPr lang="en-GB" sz="3300" b="1" dirty="0">
                <a:solidFill>
                  <a:srgbClr val="FFFFFF"/>
                </a:solidFill>
              </a:rPr>
            </a:br>
            <a:r>
              <a:rPr lang="en-GB" sz="3300" b="1" dirty="0">
                <a:solidFill>
                  <a:srgbClr val="FFFFFF"/>
                </a:solidFill>
              </a:rPr>
              <a:t>Real‑World Practice</a:t>
            </a:r>
            <a:endParaRPr lang="en-GB" sz="33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8619B0-21A2-ED6E-6EFB-8E30261DE0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51397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05909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917BF-2495-2179-0E94-9B9E7BBC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r>
              <a:rPr lang="en-GB" sz="4000" b="1" dirty="0">
                <a:solidFill>
                  <a:srgbClr val="FFFFFF"/>
                </a:solidFill>
              </a:rPr>
              <a:t>Part 7: Challenge Problems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B6335-E49E-22FA-6D54-9D110E91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/>
              <a:t>12. Word Counter</a:t>
            </a:r>
          </a:p>
          <a:p>
            <a:pPr marL="0" indent="0">
              <a:buNone/>
            </a:pPr>
            <a:r>
              <a:rPr lang="en-GB" sz="2000" b="1"/>
              <a:t>Write Python code to:</a:t>
            </a:r>
          </a:p>
          <a:p>
            <a:pPr marL="0" indent="0">
              <a:buNone/>
            </a:pPr>
            <a:r>
              <a:rPr lang="en-GB" sz="2000"/>
              <a:t>Read "story.txt" and count how many words it contains.</a:t>
            </a:r>
          </a:p>
          <a:p>
            <a:r>
              <a:rPr lang="en-GB" sz="2000" b="1"/>
              <a:t>File Copier</a:t>
            </a:r>
          </a:p>
          <a:p>
            <a:r>
              <a:rPr lang="en-GB" sz="2000" b="1"/>
              <a:t>Write Python code to:</a:t>
            </a:r>
          </a:p>
          <a:p>
            <a:pPr marL="0" indent="0">
              <a:buNone/>
            </a:pPr>
            <a:r>
              <a:rPr lang="en-GB" sz="2000"/>
              <a:t>Copy the contents of "input.txt" into "output.txt".</a:t>
            </a:r>
          </a:p>
          <a:p>
            <a:r>
              <a:rPr lang="en-GB" sz="2000" b="1"/>
              <a:t>14. Search in File</a:t>
            </a:r>
          </a:p>
          <a:p>
            <a:pPr marL="0" indent="0">
              <a:buNone/>
            </a:pPr>
            <a:r>
              <a:rPr lang="en-GB" sz="2000" b="1"/>
              <a:t>Write Python code to:</a:t>
            </a:r>
          </a:p>
          <a:p>
            <a:pPr marL="0" indent="0">
              <a:buNone/>
            </a:pPr>
            <a:r>
              <a:rPr lang="en-GB" sz="2000"/>
              <a:t>Ask the user for a word and check if it appears in "notes.txt".</a:t>
            </a:r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88691411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2EFD3-91BF-BA25-B5A6-524C0EB2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Teacher Answer Key (Files &amp; File Handling)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F8C1A-80EA-3CB8-251D-FE0F6EF52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00" y="2217343"/>
            <a:ext cx="10722542" cy="4640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300" b="1" dirty="0"/>
              <a:t>Part 1 — Understanding File Handling</a:t>
            </a:r>
          </a:p>
          <a:p>
            <a:pPr marL="0" indent="0">
              <a:buNone/>
            </a:pPr>
            <a:r>
              <a:rPr lang="en-GB" sz="1700" b="1" dirty="0"/>
              <a:t>1. Why do programs read and write files?</a:t>
            </a:r>
          </a:p>
          <a:p>
            <a:pPr marL="0" indent="0">
              <a:buNone/>
            </a:pPr>
            <a:r>
              <a:rPr lang="en-GB" sz="1700" dirty="0"/>
              <a:t>Accept any two:</a:t>
            </a:r>
          </a:p>
          <a:p>
            <a:pPr marL="0" indent="0">
              <a:buNone/>
            </a:pPr>
            <a:r>
              <a:rPr lang="en-GB" sz="1700" dirty="0"/>
              <a:t>To save data permanently</a:t>
            </a:r>
          </a:p>
          <a:p>
            <a:pPr marL="0" indent="0">
              <a:buNone/>
            </a:pPr>
            <a:r>
              <a:rPr lang="en-GB" sz="1700" dirty="0"/>
              <a:t>To load data later</a:t>
            </a:r>
          </a:p>
          <a:p>
            <a:pPr marL="0" indent="0">
              <a:buNone/>
            </a:pPr>
            <a:r>
              <a:rPr lang="en-GB" sz="1700" dirty="0"/>
              <a:t>To store logs or settings</a:t>
            </a:r>
          </a:p>
          <a:p>
            <a:pPr marL="0" indent="0">
              <a:buNone/>
            </a:pPr>
            <a:r>
              <a:rPr lang="en-GB" sz="1700" dirty="0"/>
              <a:t>To process large amounts of text</a:t>
            </a:r>
          </a:p>
          <a:p>
            <a:pPr marL="0" indent="0">
              <a:buNone/>
            </a:pPr>
            <a:r>
              <a:rPr lang="en-GB" sz="1700" dirty="0"/>
              <a:t>To save user input or progress</a:t>
            </a:r>
          </a:p>
          <a:p>
            <a:pPr marL="0" indent="0">
              <a:buNone/>
            </a:pPr>
            <a:r>
              <a:rPr lang="en-GB" sz="1700" b="1" dirty="0"/>
              <a:t>2. What does the open() function do?</a:t>
            </a:r>
          </a:p>
          <a:p>
            <a:pPr marL="0" indent="0">
              <a:buNone/>
            </a:pPr>
            <a:r>
              <a:rPr lang="en-GB" sz="1700" b="1" dirty="0"/>
              <a:t>Answer:</a:t>
            </a:r>
            <a:r>
              <a:rPr lang="en-GB" sz="1700" dirty="0"/>
              <a:t> It opens a file and returns a file object, allowing the program to read from or write to the file.</a:t>
            </a:r>
          </a:p>
          <a:p>
            <a:pPr marL="0" indent="0">
              <a:buNone/>
            </a:pP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190000772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E707-3BC3-570D-988D-2F5030E8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1" y="187704"/>
            <a:ext cx="11130887" cy="849526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r>
              <a:rPr lang="en-US" altLang="en-US" sz="3300" b="1" dirty="0">
                <a:latin typeface="Arial" panose="020B0604020202020204" pitchFamily="34" charset="0"/>
              </a:rPr>
              <a:t>Part 2: File Modes:</a:t>
            </a: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b="1" dirty="0">
                <a:latin typeface="Arial" panose="020B0604020202020204" pitchFamily="34" charset="0"/>
              </a:rPr>
            </a:br>
            <a:br>
              <a:rPr lang="en-US" altLang="en-US" sz="3300" dirty="0">
                <a:latin typeface="Arial" panose="020B0604020202020204" pitchFamily="34" charset="0"/>
              </a:rPr>
            </a:br>
            <a:endParaRPr lang="en-GB" sz="33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04DE11-0933-EA55-2B67-1EBFB3A885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325681"/>
              </p:ext>
            </p:extLst>
          </p:nvPr>
        </p:nvGraphicFramePr>
        <p:xfrm>
          <a:off x="327545" y="1378593"/>
          <a:ext cx="11723427" cy="5479407"/>
        </p:xfrm>
        <a:graphic>
          <a:graphicData uri="http://schemas.openxmlformats.org/drawingml/2006/table">
            <a:tbl>
              <a:tblPr/>
              <a:tblGrid>
                <a:gridCol w="11723427">
                  <a:extLst>
                    <a:ext uri="{9D8B030D-6E8A-4147-A177-3AD203B41FA5}">
                      <a16:colId xmlns:a16="http://schemas.microsoft.com/office/drawing/2014/main" val="972293181"/>
                    </a:ext>
                  </a:extLst>
                </a:gridCol>
              </a:tblGrid>
              <a:tr h="5479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  <a:p>
                      <a:pPr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163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30BDF6-877E-1CFB-F1ED-C90BF5C16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449733"/>
              </p:ext>
            </p:extLst>
          </p:nvPr>
        </p:nvGraphicFramePr>
        <p:xfrm>
          <a:off x="701721" y="2116957"/>
          <a:ext cx="9957181" cy="432478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5286">
                  <a:extLst>
                    <a:ext uri="{9D8B030D-6E8A-4147-A177-3AD203B41FA5}">
                      <a16:colId xmlns:a16="http://schemas.microsoft.com/office/drawing/2014/main" val="2250156443"/>
                    </a:ext>
                  </a:extLst>
                </a:gridCol>
                <a:gridCol w="8189810">
                  <a:extLst>
                    <a:ext uri="{9D8B030D-6E8A-4147-A177-3AD203B41FA5}">
                      <a16:colId xmlns:a16="http://schemas.microsoft.com/office/drawing/2014/main" val="3485331008"/>
                    </a:ext>
                  </a:extLst>
                </a:gridCol>
                <a:gridCol w="362085">
                  <a:extLst>
                    <a:ext uri="{9D8B030D-6E8A-4147-A177-3AD203B41FA5}">
                      <a16:colId xmlns:a16="http://schemas.microsoft.com/office/drawing/2014/main" val="3962095633"/>
                    </a:ext>
                  </a:extLst>
                </a:gridCol>
              </a:tblGrid>
              <a:tr h="855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300" b="1" dirty="0">
                          <a:latin typeface="+mj-lt"/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253853"/>
                  </a:ext>
                </a:extLst>
              </a:tr>
              <a:tr h="8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"r"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b. Read a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949137"/>
                  </a:ext>
                </a:extLst>
              </a:tr>
              <a:tr h="8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"w"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d. Write (overwrite)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871256"/>
                  </a:ext>
                </a:extLst>
              </a:tr>
              <a:tr h="8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"a"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a. Append to a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306974"/>
                  </a:ext>
                </a:extLst>
              </a:tr>
              <a:tr h="86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"r+"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  <a:p>
                      <a:r>
                        <a:rPr lang="en-GB" b="1" dirty="0"/>
                        <a:t>c. Read and 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4073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B5A402D-F6D5-89F4-9B75-4C7399A6AAFE}"/>
              </a:ext>
            </a:extLst>
          </p:cNvPr>
          <p:cNvSpPr txBox="1"/>
          <p:nvPr/>
        </p:nvSpPr>
        <p:spPr>
          <a:xfrm>
            <a:off x="701721" y="1378593"/>
            <a:ext cx="71787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300" b="1" dirty="0">
                <a:latin typeface="Arial" panose="020B0604020202020204" pitchFamily="34" charset="0"/>
              </a:rPr>
              <a:t>3. Match the mode to its meaning</a:t>
            </a:r>
            <a:endParaRPr lang="en-GB" sz="3300" dirty="0"/>
          </a:p>
        </p:txBody>
      </p:sp>
    </p:spTree>
    <p:extLst>
      <p:ext uri="{BB962C8B-B14F-4D97-AF65-F5344CB8AC3E}">
        <p14:creationId xmlns:p14="http://schemas.microsoft.com/office/powerpoint/2010/main" val="1465491437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42E58-32D5-EF13-CD0E-E4341627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590537"/>
          </a:xfrm>
        </p:spPr>
        <p:txBody>
          <a:bodyPr anchor="t">
            <a:noAutofit/>
          </a:bodyPr>
          <a:lstStyle/>
          <a:p>
            <a:r>
              <a:rPr lang="en-GB" sz="3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3 — Reading Files</a:t>
            </a:r>
            <a:br>
              <a:rPr lang="en-GB" sz="3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8A835-6459-7766-BE84-B2237DD14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4. Open "story.txt" and print its contents.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with open("story.txt", "r") as file:</a:t>
            </a:r>
          </a:p>
          <a:p>
            <a:pPr marL="0" indent="0">
              <a:buNone/>
            </a:pPr>
            <a:r>
              <a:rPr lang="en-GB" sz="2400" dirty="0"/>
              <a:t>    print(</a:t>
            </a:r>
            <a:r>
              <a:rPr lang="en-GB" sz="2400" dirty="0" err="1"/>
              <a:t>file.read</a:t>
            </a:r>
            <a:r>
              <a:rPr lang="en-GB" sz="2400" dirty="0"/>
              <a:t>())</a:t>
            </a:r>
          </a:p>
          <a:p>
            <a:pPr marL="0" indent="0">
              <a:buNone/>
            </a:pPr>
            <a:r>
              <a:rPr lang="en-GB" sz="2400" b="1" dirty="0"/>
              <a:t>Difference between read() and </a:t>
            </a:r>
            <a:r>
              <a:rPr lang="en-GB" sz="2400" b="1" dirty="0" err="1"/>
              <a:t>readline</a:t>
            </a:r>
            <a:r>
              <a:rPr lang="en-GB" sz="2400" b="1" dirty="0"/>
              <a:t>()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/>
              <a:t>read() returns the </a:t>
            </a:r>
            <a:r>
              <a:rPr lang="en-GB" sz="2400" b="1" dirty="0"/>
              <a:t>entire file</a:t>
            </a:r>
            <a:r>
              <a:rPr lang="en-GB" sz="2400" dirty="0"/>
              <a:t> as one string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 err="1"/>
              <a:t>readline</a:t>
            </a:r>
            <a:r>
              <a:rPr lang="en-GB" sz="2400" dirty="0"/>
              <a:t>() returns </a:t>
            </a:r>
            <a:r>
              <a:rPr lang="en-GB" sz="2400" b="1" dirty="0"/>
              <a:t>one line</a:t>
            </a:r>
            <a:r>
              <a:rPr lang="en-GB" sz="2400" dirty="0"/>
              <a:t> at a time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1081330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F0EE-BAE0-310D-1189-71C76B09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Part 4 :  Writing &amp; Appending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D0096-7026-9B5E-FA9C-F894459A3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6. Write "Hello, world!" to "hello.txt".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with open("hello.txt", "w") as file:</a:t>
            </a:r>
          </a:p>
          <a:p>
            <a:pPr marL="0" indent="0">
              <a:buNone/>
            </a:pPr>
            <a:r>
              <a:rPr lang="en-GB" sz="2400" dirty="0"/>
              <a:t>    </a:t>
            </a:r>
            <a:r>
              <a:rPr lang="en-GB" sz="2400" dirty="0" err="1"/>
              <a:t>file.write</a:t>
            </a:r>
            <a:r>
              <a:rPr lang="en-GB" sz="2400" dirty="0"/>
              <a:t>("Hello, world!")</a:t>
            </a:r>
          </a:p>
          <a:p>
            <a:pPr marL="0" indent="0">
              <a:buNone/>
            </a:pPr>
            <a:r>
              <a:rPr lang="en-GB" sz="2400" b="1" dirty="0"/>
              <a:t>7. Append </a:t>
            </a:r>
            <a:r>
              <a:rPr lang="en-GB" sz="2400" dirty="0"/>
              <a:t>"New entry"</a:t>
            </a:r>
            <a:r>
              <a:rPr lang="en-GB" sz="2400" b="1" dirty="0"/>
              <a:t> to </a:t>
            </a:r>
            <a:r>
              <a:rPr lang="en-GB" sz="2400" dirty="0"/>
              <a:t>"log.txt"</a:t>
            </a:r>
            <a:r>
              <a:rPr lang="en-GB" sz="2400" b="1" dirty="0"/>
              <a:t>.</a:t>
            </a:r>
          </a:p>
          <a:p>
            <a:pPr marL="0" indent="0">
              <a:buNone/>
            </a:pPr>
            <a:r>
              <a:rPr lang="en-GB" sz="2400" b="1" dirty="0"/>
              <a:t>Python code:</a:t>
            </a:r>
          </a:p>
          <a:p>
            <a:pPr marL="0" indent="0">
              <a:buNone/>
            </a:pPr>
            <a:r>
              <a:rPr lang="en-GB" sz="2400" dirty="0"/>
              <a:t>with open("log.txt", "a") as file:</a:t>
            </a:r>
          </a:p>
          <a:p>
            <a:pPr marL="0" indent="0">
              <a:buNone/>
            </a:pPr>
            <a:r>
              <a:rPr lang="en-GB" sz="2400" dirty="0"/>
              <a:t>    </a:t>
            </a:r>
            <a:r>
              <a:rPr lang="en-GB" sz="2400" dirty="0" err="1"/>
              <a:t>file.write</a:t>
            </a:r>
            <a:r>
              <a:rPr lang="en-GB" sz="2400" dirty="0"/>
              <a:t>("New entry\n")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7034120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3FD87-CD2B-2F53-0789-3DC4A54BC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GB" sz="5400" b="1">
                <a:solidFill>
                  <a:srgbClr val="FFFFFF"/>
                </a:solidFill>
              </a:rPr>
              <a:t>Part 5: Using with Statements</a:t>
            </a:r>
            <a:endParaRPr lang="en-GB" sz="5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92CC4-D333-E49C-FC4F-D2431F44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/>
              <a:t>8. Rewrite using with:</a:t>
            </a:r>
          </a:p>
          <a:p>
            <a:pPr marL="0" indent="0">
              <a:buNone/>
            </a:pPr>
            <a:r>
              <a:rPr lang="en-GB" sz="2000" b="1"/>
              <a:t>Python code:</a:t>
            </a:r>
          </a:p>
          <a:p>
            <a:pPr marL="0" indent="0">
              <a:buNone/>
            </a:pPr>
            <a:r>
              <a:rPr lang="en-GB" sz="2000"/>
              <a:t>with open("data.txt", "r") as file:</a:t>
            </a:r>
          </a:p>
          <a:p>
            <a:pPr marL="0" indent="0">
              <a:buNone/>
            </a:pPr>
            <a:r>
              <a:rPr lang="en-GB" sz="2000"/>
              <a:t>    content = file.read()</a:t>
            </a:r>
          </a:p>
          <a:p>
            <a:pPr marL="0" indent="0">
              <a:buNone/>
            </a:pPr>
            <a:r>
              <a:rPr lang="en-GB" sz="2000" b="1"/>
              <a:t>9. Why is with better?</a:t>
            </a:r>
          </a:p>
          <a:p>
            <a:pPr marL="0" indent="0">
              <a:buNone/>
            </a:pPr>
            <a:r>
              <a:rPr lang="en-GB" sz="2000"/>
              <a:t>Accept any of: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It automatically closes the 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It prevents errors from leaving files open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/>
              <a:t>It makes code cleaner and safer</a:t>
            </a:r>
          </a:p>
          <a:p>
            <a:pPr marL="0" indent="0">
              <a:buNone/>
            </a:pPr>
            <a:endParaRPr lang="en-GB" sz="2000" b="1"/>
          </a:p>
        </p:txBody>
      </p:sp>
    </p:spTree>
    <p:extLst>
      <p:ext uri="{BB962C8B-B14F-4D97-AF65-F5344CB8AC3E}">
        <p14:creationId xmlns:p14="http://schemas.microsoft.com/office/powerpoint/2010/main" val="175527671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565D2-5D31-3D18-97A4-55ADBB96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GB" sz="4200" b="1">
                <a:solidFill>
                  <a:srgbClr val="FFFFFF"/>
                </a:solidFill>
              </a:rPr>
              <a:t>Part 6 — Real‑World Practice</a:t>
            </a:r>
            <a:br>
              <a:rPr lang="en-GB" sz="4200" b="1">
                <a:solidFill>
                  <a:srgbClr val="FFFFFF"/>
                </a:solidFill>
              </a:rPr>
            </a:br>
            <a:endParaRPr lang="en-GB" sz="4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ADFA-D893-D3E9-A2E8-E75FBE6C5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370" y="2415652"/>
            <a:ext cx="10515600" cy="4442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10. Shopping List Reader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 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open("shopping.txt", "r") as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for item in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    print(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item.strip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11. Line Counter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open("notes.txt", "r") as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lines =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file.readlines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(lines))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679841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1D975-D751-37F0-2CBF-261502A58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br>
              <a:rPr lang="en-GB" sz="3000" b="1">
                <a:solidFill>
                  <a:srgbClr val="FFFFFF"/>
                </a:solidFill>
              </a:rPr>
            </a:br>
            <a:r>
              <a:rPr lang="en-GB" sz="3000" b="1">
                <a:solidFill>
                  <a:srgbClr val="FFFFFF"/>
                </a:solidFill>
              </a:rPr>
              <a:t>Part 7: Challenge Problems</a:t>
            </a:r>
            <a:br>
              <a:rPr lang="en-GB" sz="3000" b="1">
                <a:solidFill>
                  <a:srgbClr val="FFFFFF"/>
                </a:solidFill>
              </a:rPr>
            </a:br>
            <a:endParaRPr lang="en-GB" sz="3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BA0C1-9F18-67E9-9511-1D2B1E602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8"/>
            <a:ext cx="10515600" cy="42712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12. Word Counter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open("story.txt", "r") as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words =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file.read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().split()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(words))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13. File Copier</a:t>
            </a:r>
          </a:p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open("input.txt", "r") as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data =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src.read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open("output.txt", "w") as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dest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dest.write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(data)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200406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A4F37-6780-6D5E-02C7-DBDBEB66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14. Search in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3CBBA-14EB-6617-CB2A-E1C74D650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679" y="1590741"/>
            <a:ext cx="9895951" cy="506936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Python code:</a:t>
            </a:r>
          </a:p>
          <a:p>
            <a:pPr marL="0" indent="0">
              <a:buNone/>
            </a:pP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word = input("Enter a word: ")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with open("notes.txt", "r") as file: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content =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file.read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if word in content: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print("Found")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 marL="0" indent="0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   print("Not found")</a:t>
            </a:r>
          </a:p>
          <a:p>
            <a:pPr marL="0" indent="0"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87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12810</TotalTime>
  <Words>10185</Words>
  <Application>Microsoft Office PowerPoint</Application>
  <PresentationFormat>Widescreen</PresentationFormat>
  <Paragraphs>1916</Paragraphs>
  <Slides>202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202</vt:i4>
      </vt:variant>
    </vt:vector>
  </HeadingPairs>
  <TitlesOfParts>
    <vt:vector size="212" baseType="lpstr">
      <vt:lpstr>Aptos</vt:lpstr>
      <vt:lpstr>Aptos Display</vt:lpstr>
      <vt:lpstr>Arial</vt:lpstr>
      <vt:lpstr>Arial Unicode MS</vt:lpstr>
      <vt:lpstr>Calibri</vt:lpstr>
      <vt:lpstr>Courier New</vt:lpstr>
      <vt:lpstr>Raavi</vt:lpstr>
      <vt:lpstr>Times New Roman</vt:lpstr>
      <vt:lpstr>Wingdings</vt:lpstr>
      <vt:lpstr>Office Theme</vt:lpstr>
      <vt:lpstr>Introduction to Python Programming For Teachers, Beginners, GCSE/FE Students &amp; Adult Learners </vt:lpstr>
      <vt:lpstr> MODULE 1:- INTRODUCTION TO PYTHON LEARNING OUTCOMES </vt:lpstr>
      <vt:lpstr> What Is Python? </vt:lpstr>
      <vt:lpstr> Where Python Is Used </vt:lpstr>
      <vt:lpstr>Why Learning  Python is popular? </vt:lpstr>
      <vt:lpstr>How to Run Python </vt:lpstr>
      <vt:lpstr>Your First Python Program </vt:lpstr>
      <vt:lpstr>The print() Function</vt:lpstr>
      <vt:lpstr>Comments in Python </vt:lpstr>
      <vt:lpstr>Summary </vt:lpstr>
      <vt:lpstr>Practice Tasks </vt:lpstr>
      <vt:lpstr>Challenge Task </vt:lpstr>
      <vt:lpstr>STUDENT WORKSHEET (PRINTABLE)</vt:lpstr>
      <vt:lpstr>PowerPoint Presentation</vt:lpstr>
      <vt:lpstr> MINI‑QUIZ (WITH ANSWERS) </vt:lpstr>
      <vt:lpstr> CHEAT SHEET (STUDENT‑FRIENDLY) </vt:lpstr>
      <vt:lpstr> MODULE 2 — VARIABLES &amp; DATA TYPES (FULL LESSON PACK) </vt:lpstr>
      <vt:lpstr> What Is a Variable? </vt:lpstr>
      <vt:lpstr> Rules for Naming Variables </vt:lpstr>
      <vt:lpstr>Python Data Types</vt:lpstr>
      <vt:lpstr>Strings storage</vt:lpstr>
      <vt:lpstr>Integers &amp; Floats </vt:lpstr>
      <vt:lpstr> Boolean Values </vt:lpstr>
      <vt:lpstr>The input() Function </vt:lpstr>
      <vt:lpstr>Type Conversion </vt:lpstr>
      <vt:lpstr>Summary </vt:lpstr>
      <vt:lpstr>Practice Tasks </vt:lpstr>
      <vt:lpstr>Challenge Task </vt:lpstr>
      <vt:lpstr> STUDENT WORKSHEET (PRINTABLE) </vt:lpstr>
      <vt:lpstr> TEACHER ANSWER KEY </vt:lpstr>
      <vt:lpstr> TEACHER ANSWER KEY </vt:lpstr>
      <vt:lpstr> MINI‑QUIZ (WITH ANSWERS) </vt:lpstr>
      <vt:lpstr> CHEAT SHEET (STUDENT‑FRIENDLY) </vt:lpstr>
      <vt:lpstr> MODULE 3 — OPERATORS  </vt:lpstr>
      <vt:lpstr>Module 3: Python Operators</vt:lpstr>
      <vt:lpstr> What Are Operators? </vt:lpstr>
      <vt:lpstr>Arithmetic Operators</vt:lpstr>
      <vt:lpstr>Code‑Along: Arithmetic</vt:lpstr>
      <vt:lpstr> Comparison Operators </vt:lpstr>
      <vt:lpstr>Code‑Along: Comparison</vt:lpstr>
      <vt:lpstr> Logical Operators </vt:lpstr>
      <vt:lpstr>Code‑Along: Logical</vt:lpstr>
      <vt:lpstr> Assignment Operators </vt:lpstr>
      <vt:lpstr>I Identity Operators </vt:lpstr>
      <vt:lpstr>Example: </vt:lpstr>
      <vt:lpstr> Membership Operators </vt:lpstr>
      <vt:lpstr>Common Mistakes</vt:lpstr>
      <vt:lpstr> Summary </vt:lpstr>
      <vt:lpstr>    STUDENT WORKSHEET </vt:lpstr>
      <vt:lpstr> Task 3 - Logical </vt:lpstr>
      <vt:lpstr> TEACHER ANSWER KEY </vt:lpstr>
      <vt:lpstr>Task 2 </vt:lpstr>
      <vt:lpstr>Task 3   Python code:  logged_in = True age = 14 print(logged_in and age &gt; 13)  admin = False  staff = True  print(admin or staff) </vt:lpstr>
      <vt:lpstr> Task 4 </vt:lpstr>
      <vt:lpstr> MINI‑QUIZ (5 Questions) </vt:lpstr>
      <vt:lpstr> 🧠 CHEAT SHEET (STUDENT‑FRIENDLY) </vt:lpstr>
      <vt:lpstr>Module 4: Conditional Statements </vt:lpstr>
      <vt:lpstr>Learning Objectives </vt:lpstr>
      <vt:lpstr>What Are Conditional Statements? </vt:lpstr>
      <vt:lpstr>The if Statement </vt:lpstr>
      <vt:lpstr>The elif Statement </vt:lpstr>
      <vt:lpstr>The else Statement </vt:lpstr>
      <vt:lpstr> Full Example </vt:lpstr>
      <vt:lpstr>Nested Conditions </vt:lpstr>
      <vt:lpstr> When to Use Nested vs. elif </vt:lpstr>
      <vt:lpstr>Real‑World Example: Login System</vt:lpstr>
      <vt:lpstr>Real‑World Example: Discount Calculator</vt:lpstr>
      <vt:lpstr>Real‑World Example: Traffic Light</vt:lpstr>
      <vt:lpstr>Exercises &amp; Challenges</vt:lpstr>
      <vt:lpstr> Exercise 2: Grade Checker </vt:lpstr>
      <vt:lpstr>Exercise 3: Nested Login </vt:lpstr>
      <vt:lpstr>Challenge 1: ATM Menu </vt:lpstr>
      <vt:lpstr> Challenge 2: Weather Assistant </vt:lpstr>
      <vt:lpstr> Summary </vt:lpstr>
      <vt:lpstr>Module 5: Loops </vt:lpstr>
      <vt:lpstr> Learning Objectives </vt:lpstr>
      <vt:lpstr> What Are Loops? </vt:lpstr>
      <vt:lpstr>The for Loop</vt:lpstr>
      <vt:lpstr>Example: for Loop Over a List</vt:lpstr>
      <vt:lpstr> The range() Function </vt:lpstr>
      <vt:lpstr>Iterating Over Strings </vt:lpstr>
      <vt:lpstr>while condition: </vt:lpstr>
      <vt:lpstr>Example: while Loop</vt:lpstr>
      <vt:lpstr> Infinite Loops </vt:lpstr>
      <vt:lpstr> Loop Control: break </vt:lpstr>
      <vt:lpstr>Loop Control: continue </vt:lpstr>
      <vt:lpstr>Combining Loops + Conditions </vt:lpstr>
      <vt:lpstr>Real‑World Example: Counting Vowels</vt:lpstr>
      <vt:lpstr>Real‑World Example: Password Attempts</vt:lpstr>
      <vt:lpstr> Exercises &amp; Challenges </vt:lpstr>
      <vt:lpstr>Challenges</vt:lpstr>
      <vt:lpstr>Summary </vt:lpstr>
      <vt:lpstr>Module 5 — Quiz: Loops</vt:lpstr>
      <vt:lpstr> What will this code print? </vt:lpstr>
      <vt:lpstr>What does this code output? </vt:lpstr>
      <vt:lpstr> Short‑Answer Questions </vt:lpstr>
      <vt:lpstr> Challenge Questions </vt:lpstr>
      <vt:lpstr> Challenge Questions Answers </vt:lpstr>
      <vt:lpstr>Challenge questions Answers</vt:lpstr>
      <vt:lpstr>5. Reverse loop </vt:lpstr>
      <vt:lpstr>6. Find the largest number</vt:lpstr>
      <vt:lpstr> Module 5: Students’ Worksheet — Loops </vt:lpstr>
      <vt:lpstr>Students’ Worksheet: Loops</vt:lpstr>
      <vt:lpstr>Part 5 — Challenge Problems </vt:lpstr>
      <vt:lpstr> Module 6: Functions </vt:lpstr>
      <vt:lpstr>What Is a Function? </vt:lpstr>
      <vt:lpstr>Function definition </vt:lpstr>
      <vt:lpstr>Calling a Function</vt:lpstr>
      <vt:lpstr> Parameters &amp; Arguments </vt:lpstr>
      <vt:lpstr>Multiple Parameters</vt:lpstr>
      <vt:lpstr>Return Values </vt:lpstr>
      <vt:lpstr>Return vs Print </vt:lpstr>
      <vt:lpstr>Real‑World Example: Temperature Converter</vt:lpstr>
      <vt:lpstr>Real‑World Example: Password Strength</vt:lpstr>
      <vt:lpstr>Variable Scope </vt:lpstr>
      <vt:lpstr>Global Variables</vt:lpstr>
      <vt:lpstr>Functions Calling Functions</vt:lpstr>
      <vt:lpstr>Default Parameters</vt:lpstr>
      <vt:lpstr>Exercises &amp; Challenges</vt:lpstr>
      <vt:lpstr>Challenges </vt:lpstr>
      <vt:lpstr>Summary</vt:lpstr>
      <vt:lpstr> Quiz (Functions): Multiple‑Choice Questions (10)  </vt:lpstr>
      <vt:lpstr>Quiz (Functions)</vt:lpstr>
      <vt:lpstr>Quiz (Functions)</vt:lpstr>
      <vt:lpstr>Quiz (Functions)</vt:lpstr>
      <vt:lpstr>Quiz (Functions)</vt:lpstr>
      <vt:lpstr>Quiz (Functions)</vt:lpstr>
      <vt:lpstr>📘 Module 6 — Quiz Answer Key</vt:lpstr>
      <vt:lpstr>  Module 7: Lists &amp; Collections Learning Objectives  </vt:lpstr>
      <vt:lpstr> What Is a List? </vt:lpstr>
      <vt:lpstr>Accessing Elements</vt:lpstr>
      <vt:lpstr>Modifying Lists </vt:lpstr>
      <vt:lpstr>Adding and removing Items</vt:lpstr>
      <vt:lpstr>List Slicing </vt:lpstr>
      <vt:lpstr>Looping Through Lists</vt:lpstr>
      <vt:lpstr> Checking Membership &amp; Useful List Methods </vt:lpstr>
      <vt:lpstr>Real‑World Example: Shopping Cart  &amp; Filtering Data</vt:lpstr>
      <vt:lpstr>Real‑World Example: Student Grades</vt:lpstr>
      <vt:lpstr> Exercises &amp; Challenges </vt:lpstr>
      <vt:lpstr>Challenges</vt:lpstr>
      <vt:lpstr>Summary </vt:lpstr>
      <vt:lpstr>  Quiz (Lists &amp; Collections): Quiz (Lists &amp; Collections)  </vt:lpstr>
      <vt:lpstr>PowerPoint Presentation</vt:lpstr>
      <vt:lpstr>PowerPoint Presentation</vt:lpstr>
      <vt:lpstr>PowerPoint Presentation</vt:lpstr>
      <vt:lpstr>PowerPoint Presentation</vt:lpstr>
      <vt:lpstr>Challenge Problems </vt:lpstr>
      <vt:lpstr> Answer Key Multiple‑Choice </vt:lpstr>
      <vt:lpstr>Short‑Answer Solutions</vt:lpstr>
      <vt:lpstr>Challenge Solutions</vt:lpstr>
      <vt:lpstr>Module 8 Dictionaries- Learning Objectives </vt:lpstr>
      <vt:lpstr> What Is a Dictionary? </vt:lpstr>
      <vt:lpstr>Creating Dictionaries</vt:lpstr>
      <vt:lpstr>Accessing Values</vt:lpstr>
      <vt:lpstr>Adding &amp; Updating Values </vt:lpstr>
      <vt:lpstr>Removing Items</vt:lpstr>
      <vt:lpstr>Checking for Keys</vt:lpstr>
      <vt:lpstr>Dictionary Methods </vt:lpstr>
      <vt:lpstr>Looping Through Dictionaries </vt:lpstr>
      <vt:lpstr>Nested Dictionaries</vt:lpstr>
      <vt:lpstr>Real‑World Example: Contact Book</vt:lpstr>
      <vt:lpstr>Real‑World Example: Word Counter</vt:lpstr>
      <vt:lpstr>Exercises &amp; Challenges </vt:lpstr>
      <vt:lpstr>Challenges </vt:lpstr>
      <vt:lpstr>Summary</vt:lpstr>
      <vt:lpstr>  Quiz (Dictionaries)- Multiple‑Choice Questions (10)  </vt:lpstr>
      <vt:lpstr>Quiz multiple choices</vt:lpstr>
      <vt:lpstr>Quiz multiple choices</vt:lpstr>
      <vt:lpstr>Quiz- multiple choices</vt:lpstr>
      <vt:lpstr>Quiz- multiple choices</vt:lpstr>
      <vt:lpstr> Answer Key - Multiple‑Choice </vt:lpstr>
      <vt:lpstr>Module 9: Files &amp; File Handling </vt:lpstr>
      <vt:lpstr> Why Work With Files? </vt:lpstr>
      <vt:lpstr>  Opening a File  </vt:lpstr>
      <vt:lpstr>  Reading a File  </vt:lpstr>
      <vt:lpstr>Reading Line by Line</vt:lpstr>
      <vt:lpstr> readline() and readlines() </vt:lpstr>
      <vt:lpstr>Writing to a File </vt:lpstr>
      <vt:lpstr>Appending to a File</vt:lpstr>
      <vt:lpstr>Using with (Best Practice)</vt:lpstr>
      <vt:lpstr> Writing with with &amp; Checking If a File Exists </vt:lpstr>
      <vt:lpstr>Real‑World Example: Saving User Input</vt:lpstr>
      <vt:lpstr>Real‑World Example: Reading a Shopping List</vt:lpstr>
      <vt:lpstr>Real‑World Example: Counting Lines</vt:lpstr>
      <vt:lpstr>Summary </vt:lpstr>
      <vt:lpstr>Exercises  </vt:lpstr>
      <vt:lpstr>Challenges</vt:lpstr>
      <vt:lpstr>Student worksheet Part 1: Understanding File Handling</vt:lpstr>
      <vt:lpstr> Part 2 — File Modes </vt:lpstr>
      <vt:lpstr>Part 3 — Reading Files </vt:lpstr>
      <vt:lpstr>Part 4 :  Writing &amp; Appending</vt:lpstr>
      <vt:lpstr>Part 5: Using with Statements </vt:lpstr>
      <vt:lpstr>Part 6 :   Real‑World Practice</vt:lpstr>
      <vt:lpstr>Part 7: Challenge Problems</vt:lpstr>
      <vt:lpstr>Teacher Answer Key (Files &amp; File Handling)</vt:lpstr>
      <vt:lpstr>    Part 2: File Modes:    </vt:lpstr>
      <vt:lpstr>Part 3 — Reading Files </vt:lpstr>
      <vt:lpstr>Part 4 :  Writing &amp; Appending</vt:lpstr>
      <vt:lpstr>Part 5: Using with Statements</vt:lpstr>
      <vt:lpstr>Part 6 — Real‑World Practice </vt:lpstr>
      <vt:lpstr> Part 7: Challenge Problems </vt:lpstr>
      <vt:lpstr>14. Search in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(Y12) Doa Adam</dc:creator>
  <cp:lastModifiedBy>Hassan Adam</cp:lastModifiedBy>
  <cp:revision>166</cp:revision>
  <cp:lastPrinted>2026-04-24T21:31:03Z</cp:lastPrinted>
  <dcterms:created xsi:type="dcterms:W3CDTF">2026-04-13T14:14:21Z</dcterms:created>
  <dcterms:modified xsi:type="dcterms:W3CDTF">2026-05-30T13:40:14Z</dcterms:modified>
</cp:coreProperties>
</file>